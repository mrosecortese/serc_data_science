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0DC84-0F7B-4BC1-97B9-19D4C637F3BF}" v="12" dt="2025-07-23T21:41:26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tese, Mary" userId="387ca44c-39f7-4ace-8474-c94b9ed8c5e3" providerId="ADAL" clId="{F6A9F82C-1823-4B9E-854A-7A118BF8E123}"/>
    <pc:docChg chg="undo custSel addSld delSld modSld sldOrd">
      <pc:chgData name="Cortese, Mary" userId="387ca44c-39f7-4ace-8474-c94b9ed8c5e3" providerId="ADAL" clId="{F6A9F82C-1823-4B9E-854A-7A118BF8E123}" dt="2025-07-10T23:13:31.640" v="2345" actId="20577"/>
      <pc:docMkLst>
        <pc:docMk/>
      </pc:docMkLst>
      <pc:sldChg chg="modSp new mod">
        <pc:chgData name="Cortese, Mary" userId="387ca44c-39f7-4ace-8474-c94b9ed8c5e3" providerId="ADAL" clId="{F6A9F82C-1823-4B9E-854A-7A118BF8E123}" dt="2025-07-10T18:28:26.908" v="96" actId="20577"/>
        <pc:sldMkLst>
          <pc:docMk/>
          <pc:sldMk cId="1382719178" sldId="256"/>
        </pc:sldMkLst>
        <pc:spChg chg="mod">
          <ac:chgData name="Cortese, Mary" userId="387ca44c-39f7-4ace-8474-c94b9ed8c5e3" providerId="ADAL" clId="{F6A9F82C-1823-4B9E-854A-7A118BF8E123}" dt="2025-07-10T18:28:19.341" v="66" actId="20577"/>
          <ac:spMkLst>
            <pc:docMk/>
            <pc:sldMk cId="1382719178" sldId="256"/>
            <ac:spMk id="2" creationId="{DE4A2EB6-F9FF-079E-9265-52AB5D2D2109}"/>
          </ac:spMkLst>
        </pc:spChg>
        <pc:spChg chg="mod">
          <ac:chgData name="Cortese, Mary" userId="387ca44c-39f7-4ace-8474-c94b9ed8c5e3" providerId="ADAL" clId="{F6A9F82C-1823-4B9E-854A-7A118BF8E123}" dt="2025-07-10T18:28:26.908" v="96" actId="20577"/>
          <ac:spMkLst>
            <pc:docMk/>
            <pc:sldMk cId="1382719178" sldId="256"/>
            <ac:spMk id="3" creationId="{4766C005-8627-CAE0-3DFA-178AC806D41C}"/>
          </ac:spMkLst>
        </pc:spChg>
      </pc:sldChg>
      <pc:sldChg chg="addSp modSp new mod">
        <pc:chgData name="Cortese, Mary" userId="387ca44c-39f7-4ace-8474-c94b9ed8c5e3" providerId="ADAL" clId="{F6A9F82C-1823-4B9E-854A-7A118BF8E123}" dt="2025-07-10T18:41:05.948" v="271" actId="20577"/>
        <pc:sldMkLst>
          <pc:docMk/>
          <pc:sldMk cId="48874261" sldId="257"/>
        </pc:sldMkLst>
      </pc:sldChg>
      <pc:sldChg chg="addSp delSp modSp new mod ord modClrScheme chgLayout">
        <pc:chgData name="Cortese, Mary" userId="387ca44c-39f7-4ace-8474-c94b9ed8c5e3" providerId="ADAL" clId="{F6A9F82C-1823-4B9E-854A-7A118BF8E123}" dt="2025-07-10T23:13:31.640" v="2345" actId="20577"/>
        <pc:sldMkLst>
          <pc:docMk/>
          <pc:sldMk cId="4234859989" sldId="258"/>
        </pc:sldMkLst>
        <pc:spChg chg="add mod ord">
          <ac:chgData name="Cortese, Mary" userId="387ca44c-39f7-4ace-8474-c94b9ed8c5e3" providerId="ADAL" clId="{F6A9F82C-1823-4B9E-854A-7A118BF8E123}" dt="2025-07-10T18:30:01.039" v="129" actId="20577"/>
          <ac:spMkLst>
            <pc:docMk/>
            <pc:sldMk cId="4234859989" sldId="258"/>
            <ac:spMk id="3" creationId="{96C491EC-D6C1-C63C-C9B7-D4ECEAB2CE36}"/>
          </ac:spMkLst>
        </pc:spChg>
        <pc:spChg chg="add mod ord">
          <ac:chgData name="Cortese, Mary" userId="387ca44c-39f7-4ace-8474-c94b9ed8c5e3" providerId="ADAL" clId="{F6A9F82C-1823-4B9E-854A-7A118BF8E123}" dt="2025-07-10T23:13:31.640" v="2345" actId="20577"/>
          <ac:spMkLst>
            <pc:docMk/>
            <pc:sldMk cId="4234859989" sldId="258"/>
            <ac:spMk id="4" creationId="{D0CB72BA-8571-49FE-82D6-0FF36A076706}"/>
          </ac:spMkLst>
        </pc:spChg>
      </pc:sldChg>
      <pc:sldChg chg="new del">
        <pc:chgData name="Cortese, Mary" userId="387ca44c-39f7-4ace-8474-c94b9ed8c5e3" providerId="ADAL" clId="{F6A9F82C-1823-4B9E-854A-7A118BF8E123}" dt="2025-07-10T18:35:24.382" v="159" actId="2696"/>
        <pc:sldMkLst>
          <pc:docMk/>
          <pc:sldMk cId="2425312824" sldId="259"/>
        </pc:sldMkLst>
      </pc:sldChg>
      <pc:sldChg chg="addSp delSp modSp add mod modClrScheme chgLayout">
        <pc:chgData name="Cortese, Mary" userId="387ca44c-39f7-4ace-8474-c94b9ed8c5e3" providerId="ADAL" clId="{F6A9F82C-1823-4B9E-854A-7A118BF8E123}" dt="2025-07-10T18:51:03.674" v="394" actId="478"/>
        <pc:sldMkLst>
          <pc:docMk/>
          <pc:sldMk cId="4052413364" sldId="259"/>
        </pc:sldMkLst>
      </pc:sldChg>
      <pc:sldChg chg="addSp modSp add mod">
        <pc:chgData name="Cortese, Mary" userId="387ca44c-39f7-4ace-8474-c94b9ed8c5e3" providerId="ADAL" clId="{F6A9F82C-1823-4B9E-854A-7A118BF8E123}" dt="2025-07-10T19:01:31.768" v="728" actId="20577"/>
        <pc:sldMkLst>
          <pc:docMk/>
          <pc:sldMk cId="269680926" sldId="260"/>
        </pc:sldMkLst>
      </pc:sldChg>
      <pc:sldChg chg="addSp delSp modSp new mod modClrScheme chgLayout">
        <pc:chgData name="Cortese, Mary" userId="387ca44c-39f7-4ace-8474-c94b9ed8c5e3" providerId="ADAL" clId="{F6A9F82C-1823-4B9E-854A-7A118BF8E123}" dt="2025-07-10T20:54:01.968" v="1138" actId="255"/>
        <pc:sldMkLst>
          <pc:docMk/>
          <pc:sldMk cId="1418128113" sldId="261"/>
        </pc:sldMkLst>
        <pc:spChg chg="mod ord">
          <ac:chgData name="Cortese, Mary" userId="387ca44c-39f7-4ace-8474-c94b9ed8c5e3" providerId="ADAL" clId="{F6A9F82C-1823-4B9E-854A-7A118BF8E123}" dt="2025-07-10T19:20:27.017" v="733" actId="700"/>
          <ac:spMkLst>
            <pc:docMk/>
            <pc:sldMk cId="1418128113" sldId="261"/>
            <ac:spMk id="2" creationId="{E51DD57E-FA60-AA2A-7BDA-91E330635376}"/>
          </ac:spMkLst>
        </pc:spChg>
        <pc:spChg chg="add mod ord">
          <ac:chgData name="Cortese, Mary" userId="387ca44c-39f7-4ace-8474-c94b9ed8c5e3" providerId="ADAL" clId="{F6A9F82C-1823-4B9E-854A-7A118BF8E123}" dt="2025-07-10T20:54:01.968" v="1138" actId="255"/>
          <ac:spMkLst>
            <pc:docMk/>
            <pc:sldMk cId="1418128113" sldId="261"/>
            <ac:spMk id="4" creationId="{0A111E85-BC7B-C0CD-2FCF-BC0086753B13}"/>
          </ac:spMkLst>
        </pc:spChg>
      </pc:sldChg>
      <pc:sldChg chg="modSp new mod">
        <pc:chgData name="Cortese, Mary" userId="387ca44c-39f7-4ace-8474-c94b9ed8c5e3" providerId="ADAL" clId="{F6A9F82C-1823-4B9E-854A-7A118BF8E123}" dt="2025-07-10T20:56:58.240" v="1240" actId="20577"/>
        <pc:sldMkLst>
          <pc:docMk/>
          <pc:sldMk cId="532304871" sldId="262"/>
        </pc:sldMkLst>
        <pc:spChg chg="mod">
          <ac:chgData name="Cortese, Mary" userId="387ca44c-39f7-4ace-8474-c94b9ed8c5e3" providerId="ADAL" clId="{F6A9F82C-1823-4B9E-854A-7A118BF8E123}" dt="2025-07-10T20:56:58.240" v="1240" actId="20577"/>
          <ac:spMkLst>
            <pc:docMk/>
            <pc:sldMk cId="532304871" sldId="262"/>
            <ac:spMk id="2" creationId="{ADBCEE81-9DEB-AD66-DC6B-AEF7EE66ED00}"/>
          </ac:spMkLst>
        </pc:spChg>
        <pc:spChg chg="mod">
          <ac:chgData name="Cortese, Mary" userId="387ca44c-39f7-4ace-8474-c94b9ed8c5e3" providerId="ADAL" clId="{F6A9F82C-1823-4B9E-854A-7A118BF8E123}" dt="2025-07-10T20:56:27.366" v="1239" actId="20577"/>
          <ac:spMkLst>
            <pc:docMk/>
            <pc:sldMk cId="532304871" sldId="262"/>
            <ac:spMk id="3" creationId="{DB275903-F6E8-BC92-F1E4-CB20F1DB5833}"/>
          </ac:spMkLst>
        </pc:spChg>
      </pc:sldChg>
      <pc:sldChg chg="modSp add mod">
        <pc:chgData name="Cortese, Mary" userId="387ca44c-39f7-4ace-8474-c94b9ed8c5e3" providerId="ADAL" clId="{F6A9F82C-1823-4B9E-854A-7A118BF8E123}" dt="2025-07-10T21:07:44.151" v="1476" actId="20577"/>
        <pc:sldMkLst>
          <pc:docMk/>
          <pc:sldMk cId="3713967417" sldId="263"/>
        </pc:sldMkLst>
        <pc:spChg chg="mod">
          <ac:chgData name="Cortese, Mary" userId="387ca44c-39f7-4ace-8474-c94b9ed8c5e3" providerId="ADAL" clId="{F6A9F82C-1823-4B9E-854A-7A118BF8E123}" dt="2025-07-10T20:57:07.236" v="1249" actId="20577"/>
          <ac:spMkLst>
            <pc:docMk/>
            <pc:sldMk cId="3713967417" sldId="263"/>
            <ac:spMk id="2" creationId="{ADBCEE81-9DEB-AD66-DC6B-AEF7EE66ED00}"/>
          </ac:spMkLst>
        </pc:spChg>
        <pc:spChg chg="mod">
          <ac:chgData name="Cortese, Mary" userId="387ca44c-39f7-4ace-8474-c94b9ed8c5e3" providerId="ADAL" clId="{F6A9F82C-1823-4B9E-854A-7A118BF8E123}" dt="2025-07-10T21:07:44.151" v="1476" actId="20577"/>
          <ac:spMkLst>
            <pc:docMk/>
            <pc:sldMk cId="3713967417" sldId="263"/>
            <ac:spMk id="3" creationId="{DB275903-F6E8-BC92-F1E4-CB20F1DB5833}"/>
          </ac:spMkLst>
        </pc:spChg>
      </pc:sldChg>
      <pc:sldChg chg="modSp new mod">
        <pc:chgData name="Cortese, Mary" userId="387ca44c-39f7-4ace-8474-c94b9ed8c5e3" providerId="ADAL" clId="{F6A9F82C-1823-4B9E-854A-7A118BF8E123}" dt="2025-07-10T21:12:29.031" v="1744" actId="20577"/>
        <pc:sldMkLst>
          <pc:docMk/>
          <pc:sldMk cId="2690384254" sldId="264"/>
        </pc:sldMkLst>
        <pc:spChg chg="mod">
          <ac:chgData name="Cortese, Mary" userId="387ca44c-39f7-4ace-8474-c94b9ed8c5e3" providerId="ADAL" clId="{F6A9F82C-1823-4B9E-854A-7A118BF8E123}" dt="2025-07-10T21:11:16.059" v="1521" actId="20577"/>
          <ac:spMkLst>
            <pc:docMk/>
            <pc:sldMk cId="2690384254" sldId="264"/>
            <ac:spMk id="2" creationId="{0AEA353B-2BB5-9FEA-CE6C-36F96C8B84A2}"/>
          </ac:spMkLst>
        </pc:spChg>
        <pc:spChg chg="mod">
          <ac:chgData name="Cortese, Mary" userId="387ca44c-39f7-4ace-8474-c94b9ed8c5e3" providerId="ADAL" clId="{F6A9F82C-1823-4B9E-854A-7A118BF8E123}" dt="2025-07-10T21:12:29.031" v="1744" actId="20577"/>
          <ac:spMkLst>
            <pc:docMk/>
            <pc:sldMk cId="2690384254" sldId="264"/>
            <ac:spMk id="3" creationId="{F217CCDE-D9AF-04A5-90F4-2A52290ECE55}"/>
          </ac:spMkLst>
        </pc:spChg>
      </pc:sldChg>
      <pc:sldChg chg="modSp new mod">
        <pc:chgData name="Cortese, Mary" userId="387ca44c-39f7-4ace-8474-c94b9ed8c5e3" providerId="ADAL" clId="{F6A9F82C-1823-4B9E-854A-7A118BF8E123}" dt="2025-07-10T23:07:04.929" v="2153" actId="20577"/>
        <pc:sldMkLst>
          <pc:docMk/>
          <pc:sldMk cId="3903587324" sldId="265"/>
        </pc:sldMkLst>
        <pc:spChg chg="mod">
          <ac:chgData name="Cortese, Mary" userId="387ca44c-39f7-4ace-8474-c94b9ed8c5e3" providerId="ADAL" clId="{F6A9F82C-1823-4B9E-854A-7A118BF8E123}" dt="2025-07-10T22:08:06.828" v="1753" actId="20577"/>
          <ac:spMkLst>
            <pc:docMk/>
            <pc:sldMk cId="3903587324" sldId="265"/>
            <ac:spMk id="2" creationId="{B466AD45-DAB6-751B-C8AC-6D2AFCF361ED}"/>
          </ac:spMkLst>
        </pc:spChg>
        <pc:spChg chg="mod">
          <ac:chgData name="Cortese, Mary" userId="387ca44c-39f7-4ace-8474-c94b9ed8c5e3" providerId="ADAL" clId="{F6A9F82C-1823-4B9E-854A-7A118BF8E123}" dt="2025-07-10T23:07:04.929" v="2153" actId="20577"/>
          <ac:spMkLst>
            <pc:docMk/>
            <pc:sldMk cId="3903587324" sldId="265"/>
            <ac:spMk id="3" creationId="{B60C0CB4-E56D-A6A0-6370-2C60EC228E1F}"/>
          </ac:spMkLst>
        </pc:spChg>
      </pc:sldChg>
      <pc:sldChg chg="modSp new mod">
        <pc:chgData name="Cortese, Mary" userId="387ca44c-39f7-4ace-8474-c94b9ed8c5e3" providerId="ADAL" clId="{F6A9F82C-1823-4B9E-854A-7A118BF8E123}" dt="2025-07-10T23:10:22.201" v="2340" actId="20577"/>
        <pc:sldMkLst>
          <pc:docMk/>
          <pc:sldMk cId="2377488446" sldId="266"/>
        </pc:sldMkLst>
        <pc:spChg chg="mod">
          <ac:chgData name="Cortese, Mary" userId="387ca44c-39f7-4ace-8474-c94b9ed8c5e3" providerId="ADAL" clId="{F6A9F82C-1823-4B9E-854A-7A118BF8E123}" dt="2025-07-10T23:08:12.017" v="2181" actId="20577"/>
          <ac:spMkLst>
            <pc:docMk/>
            <pc:sldMk cId="2377488446" sldId="266"/>
            <ac:spMk id="2" creationId="{E4EC595A-0304-BBDE-0549-013CBCE6DDFC}"/>
          </ac:spMkLst>
        </pc:spChg>
        <pc:spChg chg="mod">
          <ac:chgData name="Cortese, Mary" userId="387ca44c-39f7-4ace-8474-c94b9ed8c5e3" providerId="ADAL" clId="{F6A9F82C-1823-4B9E-854A-7A118BF8E123}" dt="2025-07-10T23:10:22.201" v="2340" actId="20577"/>
          <ac:spMkLst>
            <pc:docMk/>
            <pc:sldMk cId="2377488446" sldId="266"/>
            <ac:spMk id="3" creationId="{C4218B2F-3218-E006-61AC-4679263D5FC2}"/>
          </ac:spMkLst>
        </pc:spChg>
      </pc:sldChg>
    </pc:docChg>
  </pc:docChgLst>
  <pc:docChgLst>
    <pc:chgData name="Cortese, Mary" userId="387ca44c-39f7-4ace-8474-c94b9ed8c5e3" providerId="ADAL" clId="{1170DC84-0F7B-4BC1-97B9-19D4C637F3BF}"/>
    <pc:docChg chg="custSel addSld delSld modSld">
      <pc:chgData name="Cortese, Mary" userId="387ca44c-39f7-4ace-8474-c94b9ed8c5e3" providerId="ADAL" clId="{1170DC84-0F7B-4BC1-97B9-19D4C637F3BF}" dt="2025-07-28T13:50:12.819" v="1763" actId="20577"/>
      <pc:docMkLst>
        <pc:docMk/>
      </pc:docMkLst>
      <pc:sldChg chg="modSp mod">
        <pc:chgData name="Cortese, Mary" userId="387ca44c-39f7-4ace-8474-c94b9ed8c5e3" providerId="ADAL" clId="{1170DC84-0F7B-4BC1-97B9-19D4C637F3BF}" dt="2025-07-23T18:31:07.331" v="1" actId="20577"/>
        <pc:sldMkLst>
          <pc:docMk/>
          <pc:sldMk cId="1382719178" sldId="256"/>
        </pc:sldMkLst>
        <pc:spChg chg="mod">
          <ac:chgData name="Cortese, Mary" userId="387ca44c-39f7-4ace-8474-c94b9ed8c5e3" providerId="ADAL" clId="{1170DC84-0F7B-4BC1-97B9-19D4C637F3BF}" dt="2025-07-23T18:31:07.331" v="1" actId="20577"/>
          <ac:spMkLst>
            <pc:docMk/>
            <pc:sldMk cId="1382719178" sldId="256"/>
            <ac:spMk id="2" creationId="{DE4A2EB6-F9FF-079E-9265-52AB5D2D2109}"/>
          </ac:spMkLst>
        </pc:spChg>
      </pc:sldChg>
      <pc:sldChg chg="del">
        <pc:chgData name="Cortese, Mary" userId="387ca44c-39f7-4ace-8474-c94b9ed8c5e3" providerId="ADAL" clId="{1170DC84-0F7B-4BC1-97B9-19D4C637F3BF}" dt="2025-07-23T18:33:34.050" v="48" actId="2696"/>
        <pc:sldMkLst>
          <pc:docMk/>
          <pc:sldMk cId="48874261" sldId="257"/>
        </pc:sldMkLst>
      </pc:sldChg>
      <pc:sldChg chg="modSp mod">
        <pc:chgData name="Cortese, Mary" userId="387ca44c-39f7-4ace-8474-c94b9ed8c5e3" providerId="ADAL" clId="{1170DC84-0F7B-4BC1-97B9-19D4C637F3BF}" dt="2025-07-23T19:55:49.172" v="389" actId="20577"/>
        <pc:sldMkLst>
          <pc:docMk/>
          <pc:sldMk cId="4234859989" sldId="258"/>
        </pc:sldMkLst>
        <pc:spChg chg="mod">
          <ac:chgData name="Cortese, Mary" userId="387ca44c-39f7-4ace-8474-c94b9ed8c5e3" providerId="ADAL" clId="{1170DC84-0F7B-4BC1-97B9-19D4C637F3BF}" dt="2025-07-23T19:55:49.172" v="389" actId="20577"/>
          <ac:spMkLst>
            <pc:docMk/>
            <pc:sldMk cId="4234859989" sldId="258"/>
            <ac:spMk id="4" creationId="{D0CB72BA-8571-49FE-82D6-0FF36A076706}"/>
          </ac:spMkLst>
        </pc:spChg>
      </pc:sldChg>
      <pc:sldChg chg="del">
        <pc:chgData name="Cortese, Mary" userId="387ca44c-39f7-4ace-8474-c94b9ed8c5e3" providerId="ADAL" clId="{1170DC84-0F7B-4BC1-97B9-19D4C637F3BF}" dt="2025-07-23T18:33:34.050" v="48" actId="2696"/>
        <pc:sldMkLst>
          <pc:docMk/>
          <pc:sldMk cId="4052413364" sldId="259"/>
        </pc:sldMkLst>
      </pc:sldChg>
      <pc:sldChg chg="del">
        <pc:chgData name="Cortese, Mary" userId="387ca44c-39f7-4ace-8474-c94b9ed8c5e3" providerId="ADAL" clId="{1170DC84-0F7B-4BC1-97B9-19D4C637F3BF}" dt="2025-07-23T18:33:34.050" v="48" actId="2696"/>
        <pc:sldMkLst>
          <pc:docMk/>
          <pc:sldMk cId="269680926" sldId="260"/>
        </pc:sldMkLst>
      </pc:sldChg>
      <pc:sldChg chg="modSp mod">
        <pc:chgData name="Cortese, Mary" userId="387ca44c-39f7-4ace-8474-c94b9ed8c5e3" providerId="ADAL" clId="{1170DC84-0F7B-4BC1-97B9-19D4C637F3BF}" dt="2025-07-23T20:51:51.463" v="967" actId="15"/>
        <pc:sldMkLst>
          <pc:docMk/>
          <pc:sldMk cId="1418128113" sldId="261"/>
        </pc:sldMkLst>
        <pc:spChg chg="mod">
          <ac:chgData name="Cortese, Mary" userId="387ca44c-39f7-4ace-8474-c94b9ed8c5e3" providerId="ADAL" clId="{1170DC84-0F7B-4BC1-97B9-19D4C637F3BF}" dt="2025-07-23T20:51:51.463" v="967" actId="15"/>
          <ac:spMkLst>
            <pc:docMk/>
            <pc:sldMk cId="1418128113" sldId="261"/>
            <ac:spMk id="4" creationId="{0A111E85-BC7B-C0CD-2FCF-BC0086753B13}"/>
          </ac:spMkLst>
        </pc:spChg>
      </pc:sldChg>
      <pc:sldChg chg="modSp mod">
        <pc:chgData name="Cortese, Mary" userId="387ca44c-39f7-4ace-8474-c94b9ed8c5e3" providerId="ADAL" clId="{1170DC84-0F7B-4BC1-97B9-19D4C637F3BF}" dt="2025-07-23T21:21:03.418" v="1374" actId="15"/>
        <pc:sldMkLst>
          <pc:docMk/>
          <pc:sldMk cId="532304871" sldId="262"/>
        </pc:sldMkLst>
        <pc:spChg chg="mod">
          <ac:chgData name="Cortese, Mary" userId="387ca44c-39f7-4ace-8474-c94b9ed8c5e3" providerId="ADAL" clId="{1170DC84-0F7B-4BC1-97B9-19D4C637F3BF}" dt="2025-07-23T19:55:41.435" v="380" actId="20577"/>
          <ac:spMkLst>
            <pc:docMk/>
            <pc:sldMk cId="532304871" sldId="262"/>
            <ac:spMk id="2" creationId="{ADBCEE81-9DEB-AD66-DC6B-AEF7EE66ED00}"/>
          </ac:spMkLst>
        </pc:spChg>
        <pc:spChg chg="mod">
          <ac:chgData name="Cortese, Mary" userId="387ca44c-39f7-4ace-8474-c94b9ed8c5e3" providerId="ADAL" clId="{1170DC84-0F7B-4BC1-97B9-19D4C637F3BF}" dt="2025-07-23T21:21:03.418" v="1374" actId="15"/>
          <ac:spMkLst>
            <pc:docMk/>
            <pc:sldMk cId="532304871" sldId="262"/>
            <ac:spMk id="3" creationId="{DB275903-F6E8-BC92-F1E4-CB20F1DB5833}"/>
          </ac:spMkLst>
        </pc:spChg>
      </pc:sldChg>
      <pc:sldChg chg="modSp mod">
        <pc:chgData name="Cortese, Mary" userId="387ca44c-39f7-4ace-8474-c94b9ed8c5e3" providerId="ADAL" clId="{1170DC84-0F7B-4BC1-97B9-19D4C637F3BF}" dt="2025-07-28T13:50:12.819" v="1763" actId="20577"/>
        <pc:sldMkLst>
          <pc:docMk/>
          <pc:sldMk cId="3713967417" sldId="263"/>
        </pc:sldMkLst>
        <pc:spChg chg="mod">
          <ac:chgData name="Cortese, Mary" userId="387ca44c-39f7-4ace-8474-c94b9ed8c5e3" providerId="ADAL" clId="{1170DC84-0F7B-4BC1-97B9-19D4C637F3BF}" dt="2025-07-23T19:35:33.396" v="88" actId="20577"/>
          <ac:spMkLst>
            <pc:docMk/>
            <pc:sldMk cId="3713967417" sldId="263"/>
            <ac:spMk id="2" creationId="{ADBCEE81-9DEB-AD66-DC6B-AEF7EE66ED00}"/>
          </ac:spMkLst>
        </pc:spChg>
        <pc:spChg chg="mod">
          <ac:chgData name="Cortese, Mary" userId="387ca44c-39f7-4ace-8474-c94b9ed8c5e3" providerId="ADAL" clId="{1170DC84-0F7B-4BC1-97B9-19D4C637F3BF}" dt="2025-07-28T13:50:12.819" v="1763" actId="20577"/>
          <ac:spMkLst>
            <pc:docMk/>
            <pc:sldMk cId="3713967417" sldId="263"/>
            <ac:spMk id="3" creationId="{DB275903-F6E8-BC92-F1E4-CB20F1DB5833}"/>
          </ac:spMkLst>
        </pc:spChg>
      </pc:sldChg>
      <pc:sldChg chg="modSp mod">
        <pc:chgData name="Cortese, Mary" userId="387ca44c-39f7-4ace-8474-c94b9ed8c5e3" providerId="ADAL" clId="{1170DC84-0F7B-4BC1-97B9-19D4C637F3BF}" dt="2025-07-23T20:47:52.601" v="964" actId="20577"/>
        <pc:sldMkLst>
          <pc:docMk/>
          <pc:sldMk cId="2690384254" sldId="264"/>
        </pc:sldMkLst>
        <pc:spChg chg="mod">
          <ac:chgData name="Cortese, Mary" userId="387ca44c-39f7-4ace-8474-c94b9ed8c5e3" providerId="ADAL" clId="{1170DC84-0F7B-4BC1-97B9-19D4C637F3BF}" dt="2025-07-23T19:35:53.912" v="117" actId="20577"/>
          <ac:spMkLst>
            <pc:docMk/>
            <pc:sldMk cId="2690384254" sldId="264"/>
            <ac:spMk id="2" creationId="{0AEA353B-2BB5-9FEA-CE6C-36F96C8B84A2}"/>
          </ac:spMkLst>
        </pc:spChg>
        <pc:spChg chg="mod">
          <ac:chgData name="Cortese, Mary" userId="387ca44c-39f7-4ace-8474-c94b9ed8c5e3" providerId="ADAL" clId="{1170DC84-0F7B-4BC1-97B9-19D4C637F3BF}" dt="2025-07-23T20:47:52.601" v="964" actId="20577"/>
          <ac:spMkLst>
            <pc:docMk/>
            <pc:sldMk cId="2690384254" sldId="264"/>
            <ac:spMk id="3" creationId="{F217CCDE-D9AF-04A5-90F4-2A52290ECE55}"/>
          </ac:spMkLst>
        </pc:spChg>
      </pc:sldChg>
      <pc:sldChg chg="addSp modSp mod">
        <pc:chgData name="Cortese, Mary" userId="387ca44c-39f7-4ace-8474-c94b9ed8c5e3" providerId="ADAL" clId="{1170DC84-0F7B-4BC1-97B9-19D4C637F3BF}" dt="2025-07-23T21:03:11.121" v="1248" actId="20577"/>
        <pc:sldMkLst>
          <pc:docMk/>
          <pc:sldMk cId="3903587324" sldId="265"/>
        </pc:sldMkLst>
        <pc:spChg chg="mod">
          <ac:chgData name="Cortese, Mary" userId="387ca44c-39f7-4ace-8474-c94b9ed8c5e3" providerId="ADAL" clId="{1170DC84-0F7B-4BC1-97B9-19D4C637F3BF}" dt="2025-07-23T19:36:11.265" v="149" actId="20577"/>
          <ac:spMkLst>
            <pc:docMk/>
            <pc:sldMk cId="3903587324" sldId="265"/>
            <ac:spMk id="2" creationId="{B466AD45-DAB6-751B-C8AC-6D2AFCF361ED}"/>
          </ac:spMkLst>
        </pc:spChg>
        <pc:spChg chg="mod">
          <ac:chgData name="Cortese, Mary" userId="387ca44c-39f7-4ace-8474-c94b9ed8c5e3" providerId="ADAL" clId="{1170DC84-0F7B-4BC1-97B9-19D4C637F3BF}" dt="2025-07-23T21:03:11.121" v="1248" actId="20577"/>
          <ac:spMkLst>
            <pc:docMk/>
            <pc:sldMk cId="3903587324" sldId="265"/>
            <ac:spMk id="3" creationId="{B60C0CB4-E56D-A6A0-6370-2C60EC228E1F}"/>
          </ac:spMkLst>
        </pc:spChg>
        <pc:spChg chg="add mod">
          <ac:chgData name="Cortese, Mary" userId="387ca44c-39f7-4ace-8474-c94b9ed8c5e3" providerId="ADAL" clId="{1170DC84-0F7B-4BC1-97B9-19D4C637F3BF}" dt="2025-07-23T20:57:35.802" v="1024" actId="20577"/>
          <ac:spMkLst>
            <pc:docMk/>
            <pc:sldMk cId="3903587324" sldId="265"/>
            <ac:spMk id="4" creationId="{5073C6FD-FA28-A6A1-20B8-EEADAC74B352}"/>
          </ac:spMkLst>
        </pc:spChg>
      </pc:sldChg>
      <pc:sldChg chg="addSp delSp modSp mod">
        <pc:chgData name="Cortese, Mary" userId="387ca44c-39f7-4ace-8474-c94b9ed8c5e3" providerId="ADAL" clId="{1170DC84-0F7B-4BC1-97B9-19D4C637F3BF}" dt="2025-07-23T21:41:31.537" v="1512" actId="478"/>
        <pc:sldMkLst>
          <pc:docMk/>
          <pc:sldMk cId="2377488446" sldId="266"/>
        </pc:sldMkLst>
        <pc:spChg chg="mod">
          <ac:chgData name="Cortese, Mary" userId="387ca44c-39f7-4ace-8474-c94b9ed8c5e3" providerId="ADAL" clId="{1170DC84-0F7B-4BC1-97B9-19D4C637F3BF}" dt="2025-07-23T19:37:10.111" v="208" actId="313"/>
          <ac:spMkLst>
            <pc:docMk/>
            <pc:sldMk cId="2377488446" sldId="266"/>
            <ac:spMk id="2" creationId="{E4EC595A-0304-BBDE-0549-013CBCE6DDFC}"/>
          </ac:spMkLst>
        </pc:spChg>
        <pc:spChg chg="mod">
          <ac:chgData name="Cortese, Mary" userId="387ca44c-39f7-4ace-8474-c94b9ed8c5e3" providerId="ADAL" clId="{1170DC84-0F7B-4BC1-97B9-19D4C637F3BF}" dt="2025-07-23T21:17:22.890" v="1369" actId="1076"/>
          <ac:spMkLst>
            <pc:docMk/>
            <pc:sldMk cId="2377488446" sldId="266"/>
            <ac:spMk id="3" creationId="{C4218B2F-3218-E006-61AC-4679263D5FC2}"/>
          </ac:spMkLst>
        </pc:spChg>
        <pc:spChg chg="add mod">
          <ac:chgData name="Cortese, Mary" userId="387ca44c-39f7-4ace-8474-c94b9ed8c5e3" providerId="ADAL" clId="{1170DC84-0F7B-4BC1-97B9-19D4C637F3BF}" dt="2025-07-23T21:35:23.699" v="1381" actId="1076"/>
          <ac:spMkLst>
            <pc:docMk/>
            <pc:sldMk cId="2377488446" sldId="266"/>
            <ac:spMk id="5" creationId="{38198477-EDCE-7728-6146-FEF4E00B2DAB}"/>
          </ac:spMkLst>
        </pc:spChg>
        <pc:spChg chg="add mod">
          <ac:chgData name="Cortese, Mary" userId="387ca44c-39f7-4ace-8474-c94b9ed8c5e3" providerId="ADAL" clId="{1170DC84-0F7B-4BC1-97B9-19D4C637F3BF}" dt="2025-07-23T21:40:03.819" v="1507" actId="14100"/>
          <ac:spMkLst>
            <pc:docMk/>
            <pc:sldMk cId="2377488446" sldId="266"/>
            <ac:spMk id="19" creationId="{604AEC2A-9542-3E58-1D70-D470EDB2ED2E}"/>
          </ac:spMkLst>
        </pc:spChg>
        <pc:spChg chg="add mod">
          <ac:chgData name="Cortese, Mary" userId="387ca44c-39f7-4ace-8474-c94b9ed8c5e3" providerId="ADAL" clId="{1170DC84-0F7B-4BC1-97B9-19D4C637F3BF}" dt="2025-07-23T21:37:55.363" v="1459" actId="20577"/>
          <ac:spMkLst>
            <pc:docMk/>
            <pc:sldMk cId="2377488446" sldId="266"/>
            <ac:spMk id="20" creationId="{898444CD-7154-0756-27E5-BA75C01AD441}"/>
          </ac:spMkLst>
        </pc:spChg>
        <pc:spChg chg="add mod">
          <ac:chgData name="Cortese, Mary" userId="387ca44c-39f7-4ace-8474-c94b9ed8c5e3" providerId="ADAL" clId="{1170DC84-0F7B-4BC1-97B9-19D4C637F3BF}" dt="2025-07-23T21:39:04.274" v="1479" actId="1076"/>
          <ac:spMkLst>
            <pc:docMk/>
            <pc:sldMk cId="2377488446" sldId="266"/>
            <ac:spMk id="21" creationId="{F733F219-5F6D-CB59-7EDC-C7768C874BAB}"/>
          </ac:spMkLst>
        </pc:spChg>
        <pc:graphicFrameChg chg="add mod">
          <ac:chgData name="Cortese, Mary" userId="387ca44c-39f7-4ace-8474-c94b9ed8c5e3" providerId="ADAL" clId="{1170DC84-0F7B-4BC1-97B9-19D4C637F3BF}" dt="2025-07-23T21:34:40.900" v="1376" actId="1076"/>
          <ac:graphicFrameMkLst>
            <pc:docMk/>
            <pc:sldMk cId="2377488446" sldId="266"/>
            <ac:graphicFrameMk id="4" creationId="{AB304315-DAF7-2BAE-FD81-73FCCA4D4F2E}"/>
          </ac:graphicFrameMkLst>
        </pc:graphicFrameChg>
        <pc:cxnChg chg="add mod">
          <ac:chgData name="Cortese, Mary" userId="387ca44c-39f7-4ace-8474-c94b9ed8c5e3" providerId="ADAL" clId="{1170DC84-0F7B-4BC1-97B9-19D4C637F3BF}" dt="2025-07-23T21:36:18.156" v="1391" actId="14100"/>
          <ac:cxnSpMkLst>
            <pc:docMk/>
            <pc:sldMk cId="2377488446" sldId="266"/>
            <ac:cxnSpMk id="7" creationId="{717A80CD-A62A-B810-0719-682F12977BE0}"/>
          </ac:cxnSpMkLst>
        </pc:cxnChg>
        <pc:cxnChg chg="add">
          <ac:chgData name="Cortese, Mary" userId="387ca44c-39f7-4ace-8474-c94b9ed8c5e3" providerId="ADAL" clId="{1170DC84-0F7B-4BC1-97B9-19D4C637F3BF}" dt="2025-07-23T21:35:59.357" v="1385" actId="11529"/>
          <ac:cxnSpMkLst>
            <pc:docMk/>
            <pc:sldMk cId="2377488446" sldId="266"/>
            <ac:cxnSpMk id="13" creationId="{70AD0006-D469-0BAC-94B8-74AE36D2599D}"/>
          </ac:cxnSpMkLst>
        </pc:cxnChg>
        <pc:cxnChg chg="add">
          <ac:chgData name="Cortese, Mary" userId="387ca44c-39f7-4ace-8474-c94b9ed8c5e3" providerId="ADAL" clId="{1170DC84-0F7B-4BC1-97B9-19D4C637F3BF}" dt="2025-07-23T21:36:04.429" v="1386" actId="11529"/>
          <ac:cxnSpMkLst>
            <pc:docMk/>
            <pc:sldMk cId="2377488446" sldId="266"/>
            <ac:cxnSpMk id="15" creationId="{F9C29B55-1130-4422-BEF1-B666C04A5190}"/>
          </ac:cxnSpMkLst>
        </pc:cxnChg>
      </pc:sldChg>
      <pc:sldChg chg="modSp add mod">
        <pc:chgData name="Cortese, Mary" userId="387ca44c-39f7-4ace-8474-c94b9ed8c5e3" providerId="ADAL" clId="{1170DC84-0F7B-4BC1-97B9-19D4C637F3BF}" dt="2025-07-23T19:39:16.876" v="336" actId="20577"/>
        <pc:sldMkLst>
          <pc:docMk/>
          <pc:sldMk cId="2612121000" sldId="267"/>
        </pc:sldMkLst>
        <pc:spChg chg="mod">
          <ac:chgData name="Cortese, Mary" userId="387ca44c-39f7-4ace-8474-c94b9ed8c5e3" providerId="ADAL" clId="{1170DC84-0F7B-4BC1-97B9-19D4C637F3BF}" dt="2025-07-23T19:38:27.661" v="233" actId="20577"/>
          <ac:spMkLst>
            <pc:docMk/>
            <pc:sldMk cId="2612121000" sldId="267"/>
            <ac:spMk id="2" creationId="{205012C1-31A5-1E8F-19BF-7801CAC12A3A}"/>
          </ac:spMkLst>
        </pc:spChg>
        <pc:spChg chg="mod">
          <ac:chgData name="Cortese, Mary" userId="387ca44c-39f7-4ace-8474-c94b9ed8c5e3" providerId="ADAL" clId="{1170DC84-0F7B-4BC1-97B9-19D4C637F3BF}" dt="2025-07-23T19:39:16.876" v="336" actId="20577"/>
          <ac:spMkLst>
            <pc:docMk/>
            <pc:sldMk cId="2612121000" sldId="267"/>
            <ac:spMk id="3" creationId="{F8EB1F2C-41C1-23B9-DBA5-FF220A70D61A}"/>
          </ac:spMkLst>
        </pc:spChg>
      </pc:sldChg>
      <pc:sldChg chg="delSp modSp add mod">
        <pc:chgData name="Cortese, Mary" userId="387ca44c-39f7-4ace-8474-c94b9ed8c5e3" providerId="ADAL" clId="{1170DC84-0F7B-4BC1-97B9-19D4C637F3BF}" dt="2025-07-24T18:03:40.669" v="1759" actId="20577"/>
        <pc:sldMkLst>
          <pc:docMk/>
          <pc:sldMk cId="4203914103" sldId="268"/>
        </pc:sldMkLst>
        <pc:spChg chg="mod">
          <ac:chgData name="Cortese, Mary" userId="387ca44c-39f7-4ace-8474-c94b9ed8c5e3" providerId="ADAL" clId="{1170DC84-0F7B-4BC1-97B9-19D4C637F3BF}" dt="2025-07-24T18:03:40.669" v="1759" actId="20577"/>
          <ac:spMkLst>
            <pc:docMk/>
            <pc:sldMk cId="4203914103" sldId="268"/>
            <ac:spMk id="3" creationId="{C2DE5E16-C80A-8FE3-7206-3E399D051270}"/>
          </ac:spMkLst>
        </pc:spChg>
      </pc:sldChg>
    </pc:docChg>
  </pc:docChgLst>
  <pc:docChgLst>
    <pc:chgData name="Cortese, Mary" userId="S::cortesem@si.edu::387ca44c-39f7-4ace-8474-c94b9ed8c5e3" providerId="AD" clId="Web-{F458EA8F-2939-61CE-C121-C6BFB847D114}"/>
    <pc:docChg chg="modSld addMainMaster delMainMaster">
      <pc:chgData name="Cortese, Mary" userId="S::cortesem@si.edu::387ca44c-39f7-4ace-8474-c94b9ed8c5e3" providerId="AD" clId="Web-{F458EA8F-2939-61CE-C121-C6BFB847D114}" dt="2025-07-11T14:30:32.856" v="56" actId="20577"/>
      <pc:docMkLst>
        <pc:docMk/>
      </pc:docMkLst>
      <pc:sldChg chg="modSp mod modClrScheme chgLayout">
        <pc:chgData name="Cortese, Mary" userId="S::cortesem@si.edu::387ca44c-39f7-4ace-8474-c94b9ed8c5e3" providerId="AD" clId="Web-{F458EA8F-2939-61CE-C121-C6BFB847D114}" dt="2025-07-11T14:20:27.706" v="5"/>
        <pc:sldMkLst>
          <pc:docMk/>
          <pc:sldMk cId="1382719178" sldId="256"/>
        </pc:sldMkLst>
        <pc:spChg chg="mod ord">
          <ac:chgData name="Cortese, Mary" userId="S::cortesem@si.edu::387ca44c-39f7-4ace-8474-c94b9ed8c5e3" providerId="AD" clId="Web-{F458EA8F-2939-61CE-C121-C6BFB847D114}" dt="2025-07-11T14:20:27.706" v="5"/>
          <ac:spMkLst>
            <pc:docMk/>
            <pc:sldMk cId="1382719178" sldId="256"/>
            <ac:spMk id="2" creationId="{DE4A2EB6-F9FF-079E-9265-52AB5D2D2109}"/>
          </ac:spMkLst>
        </pc:spChg>
        <pc:spChg chg="mod ord">
          <ac:chgData name="Cortese, Mary" userId="S::cortesem@si.edu::387ca44c-39f7-4ace-8474-c94b9ed8c5e3" providerId="AD" clId="Web-{F458EA8F-2939-61CE-C121-C6BFB847D114}" dt="2025-07-11T14:20:27.706" v="5"/>
          <ac:spMkLst>
            <pc:docMk/>
            <pc:sldMk cId="1382719178" sldId="256"/>
            <ac:spMk id="3" creationId="{4766C005-8627-CAE0-3DFA-178AC806D41C}"/>
          </ac:spMkLst>
        </pc:spChg>
      </pc:sldChg>
      <pc:sldChg chg="modSp mod modClrScheme addAnim chgLayout">
        <pc:chgData name="Cortese, Mary" userId="S::cortesem@si.edu::387ca44c-39f7-4ace-8474-c94b9ed8c5e3" providerId="AD" clId="Web-{F458EA8F-2939-61CE-C121-C6BFB847D114}" dt="2025-07-11T14:24:24.460" v="32" actId="20577"/>
        <pc:sldMkLst>
          <pc:docMk/>
          <pc:sldMk cId="48874261" sldId="257"/>
        </pc:sldMkLst>
      </pc:sldChg>
      <pc:sldChg chg="modSp mod modClrScheme chgLayout">
        <pc:chgData name="Cortese, Mary" userId="S::cortesem@si.edu::387ca44c-39f7-4ace-8474-c94b9ed8c5e3" providerId="AD" clId="Web-{F458EA8F-2939-61CE-C121-C6BFB847D114}" dt="2025-07-11T14:23:34.209" v="26" actId="20577"/>
        <pc:sldMkLst>
          <pc:docMk/>
          <pc:sldMk cId="4234859989" sldId="258"/>
        </pc:sldMkLst>
        <pc:spChg chg="mod ord">
          <ac:chgData name="Cortese, Mary" userId="S::cortesem@si.edu::387ca44c-39f7-4ace-8474-c94b9ed8c5e3" providerId="AD" clId="Web-{F458EA8F-2939-61CE-C121-C6BFB847D114}" dt="2025-07-11T14:20:27.706" v="5"/>
          <ac:spMkLst>
            <pc:docMk/>
            <pc:sldMk cId="4234859989" sldId="258"/>
            <ac:spMk id="3" creationId="{96C491EC-D6C1-C63C-C9B7-D4ECEAB2CE36}"/>
          </ac:spMkLst>
        </pc:spChg>
        <pc:spChg chg="mod ord">
          <ac:chgData name="Cortese, Mary" userId="S::cortesem@si.edu::387ca44c-39f7-4ace-8474-c94b9ed8c5e3" providerId="AD" clId="Web-{F458EA8F-2939-61CE-C121-C6BFB847D114}" dt="2025-07-11T14:23:34.209" v="26" actId="20577"/>
          <ac:spMkLst>
            <pc:docMk/>
            <pc:sldMk cId="4234859989" sldId="258"/>
            <ac:spMk id="4" creationId="{D0CB72BA-8571-49FE-82D6-0FF36A076706}"/>
          </ac:spMkLst>
        </pc:spChg>
      </pc:sldChg>
      <pc:sldChg chg="modSp mod modClrScheme chgLayout">
        <pc:chgData name="Cortese, Mary" userId="S::cortesem@si.edu::387ca44c-39f7-4ace-8474-c94b9ed8c5e3" providerId="AD" clId="Web-{F458EA8F-2939-61CE-C121-C6BFB847D114}" dt="2025-07-11T14:30:32.856" v="56" actId="20577"/>
        <pc:sldMkLst>
          <pc:docMk/>
          <pc:sldMk cId="4052413364" sldId="259"/>
        </pc:sldMkLst>
      </pc:sldChg>
      <pc:sldChg chg="modSp mod modClrScheme addAnim chgLayout">
        <pc:chgData name="Cortese, Mary" userId="S::cortesem@si.edu::387ca44c-39f7-4ace-8474-c94b9ed8c5e3" providerId="AD" clId="Web-{F458EA8F-2939-61CE-C121-C6BFB847D114}" dt="2025-07-11T14:24:38.679" v="34" actId="20577"/>
        <pc:sldMkLst>
          <pc:docMk/>
          <pc:sldMk cId="269680926" sldId="260"/>
        </pc:sldMkLst>
      </pc:sldChg>
      <pc:sldChg chg="modSp mod modClrScheme chgLayout">
        <pc:chgData name="Cortese, Mary" userId="S::cortesem@si.edu::387ca44c-39f7-4ace-8474-c94b9ed8c5e3" providerId="AD" clId="Web-{F458EA8F-2939-61CE-C121-C6BFB847D114}" dt="2025-07-11T14:24:54.148" v="36" actId="20577"/>
        <pc:sldMkLst>
          <pc:docMk/>
          <pc:sldMk cId="1418128113" sldId="261"/>
        </pc:sldMkLst>
        <pc:spChg chg="mod ord">
          <ac:chgData name="Cortese, Mary" userId="S::cortesem@si.edu::387ca44c-39f7-4ace-8474-c94b9ed8c5e3" providerId="AD" clId="Web-{F458EA8F-2939-61CE-C121-C6BFB847D114}" dt="2025-07-11T14:20:27.706" v="5"/>
          <ac:spMkLst>
            <pc:docMk/>
            <pc:sldMk cId="1418128113" sldId="261"/>
            <ac:spMk id="2" creationId="{E51DD57E-FA60-AA2A-7BDA-91E330635376}"/>
          </ac:spMkLst>
        </pc:spChg>
        <pc:spChg chg="mod ord">
          <ac:chgData name="Cortese, Mary" userId="S::cortesem@si.edu::387ca44c-39f7-4ace-8474-c94b9ed8c5e3" providerId="AD" clId="Web-{F458EA8F-2939-61CE-C121-C6BFB847D114}" dt="2025-07-11T14:24:54.148" v="36" actId="20577"/>
          <ac:spMkLst>
            <pc:docMk/>
            <pc:sldMk cId="1418128113" sldId="261"/>
            <ac:spMk id="4" creationId="{0A111E85-BC7B-C0CD-2FCF-BC0086753B13}"/>
          </ac:spMkLst>
        </pc:spChg>
      </pc:sldChg>
      <pc:sldChg chg="modSp mod modClrScheme chgLayout">
        <pc:chgData name="Cortese, Mary" userId="S::cortesem@si.edu::387ca44c-39f7-4ace-8474-c94b9ed8c5e3" providerId="AD" clId="Web-{F458EA8F-2939-61CE-C121-C6BFB847D114}" dt="2025-07-11T14:23:09.052" v="23" actId="20577"/>
        <pc:sldMkLst>
          <pc:docMk/>
          <pc:sldMk cId="532304871" sldId="262"/>
        </pc:sldMkLst>
        <pc:spChg chg="mod ord">
          <ac:chgData name="Cortese, Mary" userId="S::cortesem@si.edu::387ca44c-39f7-4ace-8474-c94b9ed8c5e3" providerId="AD" clId="Web-{F458EA8F-2939-61CE-C121-C6BFB847D114}" dt="2025-07-11T14:20:27.706" v="5"/>
          <ac:spMkLst>
            <pc:docMk/>
            <pc:sldMk cId="532304871" sldId="262"/>
            <ac:spMk id="2" creationId="{ADBCEE81-9DEB-AD66-DC6B-AEF7EE66ED00}"/>
          </ac:spMkLst>
        </pc:spChg>
        <pc:spChg chg="mod ord">
          <ac:chgData name="Cortese, Mary" userId="S::cortesem@si.edu::387ca44c-39f7-4ace-8474-c94b9ed8c5e3" providerId="AD" clId="Web-{F458EA8F-2939-61CE-C121-C6BFB847D114}" dt="2025-07-11T14:23:09.052" v="23" actId="20577"/>
          <ac:spMkLst>
            <pc:docMk/>
            <pc:sldMk cId="532304871" sldId="262"/>
            <ac:spMk id="3" creationId="{DB275903-F6E8-BC92-F1E4-CB20F1DB5833}"/>
          </ac:spMkLst>
        </pc:spChg>
      </pc:sldChg>
      <pc:sldChg chg="modSp mod modClrScheme chgLayout">
        <pc:chgData name="Cortese, Mary" userId="S::cortesem@si.edu::387ca44c-39f7-4ace-8474-c94b9ed8c5e3" providerId="AD" clId="Web-{F458EA8F-2939-61CE-C121-C6BFB847D114}" dt="2025-07-11T14:25:52.461" v="42" actId="20577"/>
        <pc:sldMkLst>
          <pc:docMk/>
          <pc:sldMk cId="3713967417" sldId="263"/>
        </pc:sldMkLst>
        <pc:spChg chg="mod ord">
          <ac:chgData name="Cortese, Mary" userId="S::cortesem@si.edu::387ca44c-39f7-4ace-8474-c94b9ed8c5e3" providerId="AD" clId="Web-{F458EA8F-2939-61CE-C121-C6BFB847D114}" dt="2025-07-11T14:20:27.706" v="5"/>
          <ac:spMkLst>
            <pc:docMk/>
            <pc:sldMk cId="3713967417" sldId="263"/>
            <ac:spMk id="2" creationId="{ADBCEE81-9DEB-AD66-DC6B-AEF7EE66ED00}"/>
          </ac:spMkLst>
        </pc:spChg>
        <pc:spChg chg="mod ord">
          <ac:chgData name="Cortese, Mary" userId="S::cortesem@si.edu::387ca44c-39f7-4ace-8474-c94b9ed8c5e3" providerId="AD" clId="Web-{F458EA8F-2939-61CE-C121-C6BFB847D114}" dt="2025-07-11T14:25:52.461" v="42" actId="20577"/>
          <ac:spMkLst>
            <pc:docMk/>
            <pc:sldMk cId="3713967417" sldId="263"/>
            <ac:spMk id="3" creationId="{DB275903-F6E8-BC92-F1E4-CB20F1DB5833}"/>
          </ac:spMkLst>
        </pc:spChg>
      </pc:sldChg>
      <pc:sldChg chg="modSp mod modClrScheme chgLayout">
        <pc:chgData name="Cortese, Mary" userId="S::cortesem@si.edu::387ca44c-39f7-4ace-8474-c94b9ed8c5e3" providerId="AD" clId="Web-{F458EA8F-2939-61CE-C121-C6BFB847D114}" dt="2025-07-11T14:27:00.087" v="43" actId="20577"/>
        <pc:sldMkLst>
          <pc:docMk/>
          <pc:sldMk cId="2690384254" sldId="264"/>
        </pc:sldMkLst>
        <pc:spChg chg="mod ord">
          <ac:chgData name="Cortese, Mary" userId="S::cortesem@si.edu::387ca44c-39f7-4ace-8474-c94b9ed8c5e3" providerId="AD" clId="Web-{F458EA8F-2939-61CE-C121-C6BFB847D114}" dt="2025-07-11T14:20:27.706" v="5"/>
          <ac:spMkLst>
            <pc:docMk/>
            <pc:sldMk cId="2690384254" sldId="264"/>
            <ac:spMk id="2" creationId="{0AEA353B-2BB5-9FEA-CE6C-36F96C8B84A2}"/>
          </ac:spMkLst>
        </pc:spChg>
        <pc:spChg chg="mod ord">
          <ac:chgData name="Cortese, Mary" userId="S::cortesem@si.edu::387ca44c-39f7-4ace-8474-c94b9ed8c5e3" providerId="AD" clId="Web-{F458EA8F-2939-61CE-C121-C6BFB847D114}" dt="2025-07-11T14:27:00.087" v="43" actId="20577"/>
          <ac:spMkLst>
            <pc:docMk/>
            <pc:sldMk cId="2690384254" sldId="264"/>
            <ac:spMk id="3" creationId="{F217CCDE-D9AF-04A5-90F4-2A52290ECE55}"/>
          </ac:spMkLst>
        </pc:spChg>
      </pc:sldChg>
      <pc:sldChg chg="modSp mod modClrScheme chgLayout">
        <pc:chgData name="Cortese, Mary" userId="S::cortesem@si.edu::387ca44c-39f7-4ace-8474-c94b9ed8c5e3" providerId="AD" clId="Web-{F458EA8F-2939-61CE-C121-C6BFB847D114}" dt="2025-07-11T14:27:15.025" v="47" actId="14100"/>
        <pc:sldMkLst>
          <pc:docMk/>
          <pc:sldMk cId="3903587324" sldId="265"/>
        </pc:sldMkLst>
        <pc:spChg chg="mod ord">
          <ac:chgData name="Cortese, Mary" userId="S::cortesem@si.edu::387ca44c-39f7-4ace-8474-c94b9ed8c5e3" providerId="AD" clId="Web-{F458EA8F-2939-61CE-C121-C6BFB847D114}" dt="2025-07-11T14:20:27.706" v="5"/>
          <ac:spMkLst>
            <pc:docMk/>
            <pc:sldMk cId="3903587324" sldId="265"/>
            <ac:spMk id="2" creationId="{B466AD45-DAB6-751B-C8AC-6D2AFCF361ED}"/>
          </ac:spMkLst>
        </pc:spChg>
        <pc:spChg chg="mod ord">
          <ac:chgData name="Cortese, Mary" userId="S::cortesem@si.edu::387ca44c-39f7-4ace-8474-c94b9ed8c5e3" providerId="AD" clId="Web-{F458EA8F-2939-61CE-C121-C6BFB847D114}" dt="2025-07-11T14:27:15.025" v="47" actId="14100"/>
          <ac:spMkLst>
            <pc:docMk/>
            <pc:sldMk cId="3903587324" sldId="265"/>
            <ac:spMk id="3" creationId="{B60C0CB4-E56D-A6A0-6370-2C60EC228E1F}"/>
          </ac:spMkLst>
        </pc:spChg>
      </pc:sldChg>
      <pc:sldChg chg="modSp mod modClrScheme chgLayout">
        <pc:chgData name="Cortese, Mary" userId="S::cortesem@si.edu::387ca44c-39f7-4ace-8474-c94b9ed8c5e3" providerId="AD" clId="Web-{F458EA8F-2939-61CE-C121-C6BFB847D114}" dt="2025-07-11T14:27:22.837" v="48" actId="20577"/>
        <pc:sldMkLst>
          <pc:docMk/>
          <pc:sldMk cId="2377488446" sldId="266"/>
        </pc:sldMkLst>
        <pc:spChg chg="mod ord">
          <ac:chgData name="Cortese, Mary" userId="S::cortesem@si.edu::387ca44c-39f7-4ace-8474-c94b9ed8c5e3" providerId="AD" clId="Web-{F458EA8F-2939-61CE-C121-C6BFB847D114}" dt="2025-07-11T14:20:27.706" v="5"/>
          <ac:spMkLst>
            <pc:docMk/>
            <pc:sldMk cId="2377488446" sldId="266"/>
            <ac:spMk id="2" creationId="{E4EC595A-0304-BBDE-0549-013CBCE6DDFC}"/>
          </ac:spMkLst>
        </pc:spChg>
        <pc:spChg chg="mod ord">
          <ac:chgData name="Cortese, Mary" userId="S::cortesem@si.edu::387ca44c-39f7-4ace-8474-c94b9ed8c5e3" providerId="AD" clId="Web-{F458EA8F-2939-61CE-C121-C6BFB847D114}" dt="2025-07-11T14:27:22.837" v="48" actId="20577"/>
          <ac:spMkLst>
            <pc:docMk/>
            <pc:sldMk cId="2377488446" sldId="266"/>
            <ac:spMk id="3" creationId="{C4218B2F-3218-E006-61AC-4679263D5FC2}"/>
          </ac:spMkLst>
        </pc:spChg>
      </pc:sldChg>
      <pc:sldMasterChg chg="del delSldLayout">
        <pc:chgData name="Cortese, Mary" userId="S::cortesem@si.edu::387ca44c-39f7-4ace-8474-c94b9ed8c5e3" providerId="AD" clId="Web-{F458EA8F-2939-61CE-C121-C6BFB847D114}" dt="2025-07-11T14:19:08.518" v="0"/>
        <pc:sldMasterMkLst>
          <pc:docMk/>
          <pc:sldMasterMk cId="830463816" sldId="2147483648"/>
        </pc:sldMasterMkLst>
        <pc:sldLayoutChg chg="del">
          <pc:chgData name="Cortese, Mary" userId="S::cortesem@si.edu::387ca44c-39f7-4ace-8474-c94b9ed8c5e3" providerId="AD" clId="Web-{F458EA8F-2939-61CE-C121-C6BFB847D114}" dt="2025-07-11T14:19:08.518" v="0"/>
          <pc:sldLayoutMkLst>
            <pc:docMk/>
            <pc:sldMasterMk cId="830463816" sldId="2147483648"/>
            <pc:sldLayoutMk cId="2370973490" sldId="2147483649"/>
          </pc:sldLayoutMkLst>
        </pc:sldLayoutChg>
        <pc:sldLayoutChg chg="del">
          <pc:chgData name="Cortese, Mary" userId="S::cortesem@si.edu::387ca44c-39f7-4ace-8474-c94b9ed8c5e3" providerId="AD" clId="Web-{F458EA8F-2939-61CE-C121-C6BFB847D114}" dt="2025-07-11T14:19:08.518" v="0"/>
          <pc:sldLayoutMkLst>
            <pc:docMk/>
            <pc:sldMasterMk cId="830463816" sldId="2147483648"/>
            <pc:sldLayoutMk cId="3502123032" sldId="2147483650"/>
          </pc:sldLayoutMkLst>
        </pc:sldLayoutChg>
        <pc:sldLayoutChg chg="del">
          <pc:chgData name="Cortese, Mary" userId="S::cortesem@si.edu::387ca44c-39f7-4ace-8474-c94b9ed8c5e3" providerId="AD" clId="Web-{F458EA8F-2939-61CE-C121-C6BFB847D114}" dt="2025-07-11T14:19:08.518" v="0"/>
          <pc:sldLayoutMkLst>
            <pc:docMk/>
            <pc:sldMasterMk cId="830463816" sldId="2147483648"/>
            <pc:sldLayoutMk cId="330066860" sldId="2147483651"/>
          </pc:sldLayoutMkLst>
        </pc:sldLayoutChg>
        <pc:sldLayoutChg chg="del">
          <pc:chgData name="Cortese, Mary" userId="S::cortesem@si.edu::387ca44c-39f7-4ace-8474-c94b9ed8c5e3" providerId="AD" clId="Web-{F458EA8F-2939-61CE-C121-C6BFB847D114}" dt="2025-07-11T14:19:08.518" v="0"/>
          <pc:sldLayoutMkLst>
            <pc:docMk/>
            <pc:sldMasterMk cId="830463816" sldId="2147483648"/>
            <pc:sldLayoutMk cId="557305892" sldId="2147483652"/>
          </pc:sldLayoutMkLst>
        </pc:sldLayoutChg>
        <pc:sldLayoutChg chg="del">
          <pc:chgData name="Cortese, Mary" userId="S::cortesem@si.edu::387ca44c-39f7-4ace-8474-c94b9ed8c5e3" providerId="AD" clId="Web-{F458EA8F-2939-61CE-C121-C6BFB847D114}" dt="2025-07-11T14:19:08.518" v="0"/>
          <pc:sldLayoutMkLst>
            <pc:docMk/>
            <pc:sldMasterMk cId="830463816" sldId="2147483648"/>
            <pc:sldLayoutMk cId="1296976568" sldId="2147483653"/>
          </pc:sldLayoutMkLst>
        </pc:sldLayoutChg>
        <pc:sldLayoutChg chg="del">
          <pc:chgData name="Cortese, Mary" userId="S::cortesem@si.edu::387ca44c-39f7-4ace-8474-c94b9ed8c5e3" providerId="AD" clId="Web-{F458EA8F-2939-61CE-C121-C6BFB847D114}" dt="2025-07-11T14:19:08.518" v="0"/>
          <pc:sldLayoutMkLst>
            <pc:docMk/>
            <pc:sldMasterMk cId="830463816" sldId="2147483648"/>
            <pc:sldLayoutMk cId="4229017716" sldId="2147483654"/>
          </pc:sldLayoutMkLst>
        </pc:sldLayoutChg>
        <pc:sldLayoutChg chg="del">
          <pc:chgData name="Cortese, Mary" userId="S::cortesem@si.edu::387ca44c-39f7-4ace-8474-c94b9ed8c5e3" providerId="AD" clId="Web-{F458EA8F-2939-61CE-C121-C6BFB847D114}" dt="2025-07-11T14:19:08.518" v="0"/>
          <pc:sldLayoutMkLst>
            <pc:docMk/>
            <pc:sldMasterMk cId="830463816" sldId="2147483648"/>
            <pc:sldLayoutMk cId="3554614649" sldId="2147483655"/>
          </pc:sldLayoutMkLst>
        </pc:sldLayoutChg>
        <pc:sldLayoutChg chg="del">
          <pc:chgData name="Cortese, Mary" userId="S::cortesem@si.edu::387ca44c-39f7-4ace-8474-c94b9ed8c5e3" providerId="AD" clId="Web-{F458EA8F-2939-61CE-C121-C6BFB847D114}" dt="2025-07-11T14:19:08.518" v="0"/>
          <pc:sldLayoutMkLst>
            <pc:docMk/>
            <pc:sldMasterMk cId="830463816" sldId="2147483648"/>
            <pc:sldLayoutMk cId="2779163840" sldId="2147483656"/>
          </pc:sldLayoutMkLst>
        </pc:sldLayoutChg>
        <pc:sldLayoutChg chg="del">
          <pc:chgData name="Cortese, Mary" userId="S::cortesem@si.edu::387ca44c-39f7-4ace-8474-c94b9ed8c5e3" providerId="AD" clId="Web-{F458EA8F-2939-61CE-C121-C6BFB847D114}" dt="2025-07-11T14:19:08.518" v="0"/>
          <pc:sldLayoutMkLst>
            <pc:docMk/>
            <pc:sldMasterMk cId="830463816" sldId="2147483648"/>
            <pc:sldLayoutMk cId="3670844823" sldId="2147483657"/>
          </pc:sldLayoutMkLst>
        </pc:sldLayoutChg>
        <pc:sldLayoutChg chg="del">
          <pc:chgData name="Cortese, Mary" userId="S::cortesem@si.edu::387ca44c-39f7-4ace-8474-c94b9ed8c5e3" providerId="AD" clId="Web-{F458EA8F-2939-61CE-C121-C6BFB847D114}" dt="2025-07-11T14:19:08.518" v="0"/>
          <pc:sldLayoutMkLst>
            <pc:docMk/>
            <pc:sldMasterMk cId="830463816" sldId="2147483648"/>
            <pc:sldLayoutMk cId="435908742" sldId="2147483658"/>
          </pc:sldLayoutMkLst>
        </pc:sldLayoutChg>
        <pc:sldLayoutChg chg="del">
          <pc:chgData name="Cortese, Mary" userId="S::cortesem@si.edu::387ca44c-39f7-4ace-8474-c94b9ed8c5e3" providerId="AD" clId="Web-{F458EA8F-2939-61CE-C121-C6BFB847D114}" dt="2025-07-11T14:19:08.518" v="0"/>
          <pc:sldLayoutMkLst>
            <pc:docMk/>
            <pc:sldMasterMk cId="830463816" sldId="2147483648"/>
            <pc:sldLayoutMk cId="1678761730" sldId="2147483659"/>
          </pc:sldLayoutMkLst>
        </pc:sldLayoutChg>
      </pc:sldMasterChg>
      <pc:sldMasterChg chg="add del addSldLayout delSldLayout modSldLayout">
        <pc:chgData name="Cortese, Mary" userId="S::cortesem@si.edu::387ca44c-39f7-4ace-8474-c94b9ed8c5e3" providerId="AD" clId="Web-{F458EA8F-2939-61CE-C121-C6BFB847D114}" dt="2025-07-11T14:19:20.549" v="1"/>
        <pc:sldMasterMkLst>
          <pc:docMk/>
          <pc:sldMasterMk cId="3988292160" sldId="2147483660"/>
        </pc:sldMasterMkLst>
        <pc:sldLayoutChg chg="add del mod replId">
          <pc:chgData name="Cortese, Mary" userId="S::cortesem@si.edu::387ca44c-39f7-4ace-8474-c94b9ed8c5e3" providerId="AD" clId="Web-{F458EA8F-2939-61CE-C121-C6BFB847D114}" dt="2025-07-11T14:19:20.549" v="1"/>
          <pc:sldLayoutMkLst>
            <pc:docMk/>
            <pc:sldMasterMk cId="3988292160" sldId="2147483660"/>
            <pc:sldLayoutMk cId="2247128035" sldId="2147483661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20.549" v="1"/>
          <pc:sldLayoutMkLst>
            <pc:docMk/>
            <pc:sldMasterMk cId="3988292160" sldId="2147483660"/>
            <pc:sldLayoutMk cId="3804880669" sldId="2147483662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20.549" v="1"/>
          <pc:sldLayoutMkLst>
            <pc:docMk/>
            <pc:sldMasterMk cId="3988292160" sldId="2147483660"/>
            <pc:sldLayoutMk cId="489645734" sldId="2147483663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20.549" v="1"/>
          <pc:sldLayoutMkLst>
            <pc:docMk/>
            <pc:sldMasterMk cId="3988292160" sldId="2147483660"/>
            <pc:sldLayoutMk cId="4227085429" sldId="2147483664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20.549" v="1"/>
          <pc:sldLayoutMkLst>
            <pc:docMk/>
            <pc:sldMasterMk cId="3988292160" sldId="2147483660"/>
            <pc:sldLayoutMk cId="2386501355" sldId="2147483665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20.549" v="1"/>
          <pc:sldLayoutMkLst>
            <pc:docMk/>
            <pc:sldMasterMk cId="3988292160" sldId="2147483660"/>
            <pc:sldLayoutMk cId="2674016513" sldId="2147483666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20.549" v="1"/>
          <pc:sldLayoutMkLst>
            <pc:docMk/>
            <pc:sldMasterMk cId="3988292160" sldId="2147483660"/>
            <pc:sldLayoutMk cId="1547420593" sldId="2147483667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20.549" v="1"/>
          <pc:sldLayoutMkLst>
            <pc:docMk/>
            <pc:sldMasterMk cId="3988292160" sldId="2147483660"/>
            <pc:sldLayoutMk cId="208902647" sldId="2147483668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20.549" v="1"/>
          <pc:sldLayoutMkLst>
            <pc:docMk/>
            <pc:sldMasterMk cId="3988292160" sldId="2147483660"/>
            <pc:sldLayoutMk cId="4255255938" sldId="2147483669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20.549" v="1"/>
          <pc:sldLayoutMkLst>
            <pc:docMk/>
            <pc:sldMasterMk cId="3988292160" sldId="2147483660"/>
            <pc:sldLayoutMk cId="1971068419" sldId="2147483670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20.549" v="1"/>
          <pc:sldLayoutMkLst>
            <pc:docMk/>
            <pc:sldMasterMk cId="3988292160" sldId="2147483660"/>
            <pc:sldLayoutMk cId="1756034990" sldId="2147483671"/>
          </pc:sldLayoutMkLst>
        </pc:sldLayoutChg>
      </pc:sldMasterChg>
      <pc:sldMasterChg chg="add del addSldLayout delSldLayout modSldLayout">
        <pc:chgData name="Cortese, Mary" userId="S::cortesem@si.edu::387ca44c-39f7-4ace-8474-c94b9ed8c5e3" providerId="AD" clId="Web-{F458EA8F-2939-61CE-C121-C6BFB847D114}" dt="2025-07-11T14:19:33.549" v="2"/>
        <pc:sldMasterMkLst>
          <pc:docMk/>
          <pc:sldMasterMk cId="4185066084" sldId="2147483672"/>
        </pc:sldMasterMkLst>
        <pc:sldLayoutChg chg="add del mod replId">
          <pc:chgData name="Cortese, Mary" userId="S::cortesem@si.edu::387ca44c-39f7-4ace-8474-c94b9ed8c5e3" providerId="AD" clId="Web-{F458EA8F-2939-61CE-C121-C6BFB847D114}" dt="2025-07-11T14:19:33.549" v="2"/>
          <pc:sldLayoutMkLst>
            <pc:docMk/>
            <pc:sldMasterMk cId="4185066084" sldId="2147483672"/>
            <pc:sldLayoutMk cId="1715390125" sldId="2147483673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33.549" v="2"/>
          <pc:sldLayoutMkLst>
            <pc:docMk/>
            <pc:sldMasterMk cId="4185066084" sldId="2147483672"/>
            <pc:sldLayoutMk cId="2074616174" sldId="2147483674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33.549" v="2"/>
          <pc:sldLayoutMkLst>
            <pc:docMk/>
            <pc:sldMasterMk cId="4185066084" sldId="2147483672"/>
            <pc:sldLayoutMk cId="3482287786" sldId="2147483675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33.549" v="2"/>
          <pc:sldLayoutMkLst>
            <pc:docMk/>
            <pc:sldMasterMk cId="4185066084" sldId="2147483672"/>
            <pc:sldLayoutMk cId="3968040738" sldId="2147483676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33.549" v="2"/>
          <pc:sldLayoutMkLst>
            <pc:docMk/>
            <pc:sldMasterMk cId="4185066084" sldId="2147483672"/>
            <pc:sldLayoutMk cId="2374354152" sldId="2147483677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33.549" v="2"/>
          <pc:sldLayoutMkLst>
            <pc:docMk/>
            <pc:sldMasterMk cId="4185066084" sldId="2147483672"/>
            <pc:sldLayoutMk cId="2400492326" sldId="2147483678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33.549" v="2"/>
          <pc:sldLayoutMkLst>
            <pc:docMk/>
            <pc:sldMasterMk cId="4185066084" sldId="2147483672"/>
            <pc:sldLayoutMk cId="2777866302" sldId="2147483679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33.549" v="2"/>
          <pc:sldLayoutMkLst>
            <pc:docMk/>
            <pc:sldMasterMk cId="4185066084" sldId="2147483672"/>
            <pc:sldLayoutMk cId="1452934506" sldId="2147483680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33.549" v="2"/>
          <pc:sldLayoutMkLst>
            <pc:docMk/>
            <pc:sldMasterMk cId="4185066084" sldId="2147483672"/>
            <pc:sldLayoutMk cId="1724282353" sldId="2147483681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33.549" v="2"/>
          <pc:sldLayoutMkLst>
            <pc:docMk/>
            <pc:sldMasterMk cId="4185066084" sldId="2147483672"/>
            <pc:sldLayoutMk cId="4083778720" sldId="2147483682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33.549" v="2"/>
          <pc:sldLayoutMkLst>
            <pc:docMk/>
            <pc:sldMasterMk cId="4185066084" sldId="2147483672"/>
            <pc:sldLayoutMk cId="2752645690" sldId="2147483683"/>
          </pc:sldLayoutMkLst>
        </pc:sldLayoutChg>
      </pc:sldMasterChg>
      <pc:sldMasterChg chg="add del addSldLayout delSldLayout modSldLayout">
        <pc:chgData name="Cortese, Mary" userId="S::cortesem@si.edu::387ca44c-39f7-4ace-8474-c94b9ed8c5e3" providerId="AD" clId="Web-{F458EA8F-2939-61CE-C121-C6BFB847D114}" dt="2025-07-11T14:19:57.143" v="3"/>
        <pc:sldMasterMkLst>
          <pc:docMk/>
          <pc:sldMasterMk cId="1856490750" sldId="2147483684"/>
        </pc:sldMasterMkLst>
        <pc:sldLayoutChg chg="add del mod replId">
          <pc:chgData name="Cortese, Mary" userId="S::cortesem@si.edu::387ca44c-39f7-4ace-8474-c94b9ed8c5e3" providerId="AD" clId="Web-{F458EA8F-2939-61CE-C121-C6BFB847D114}" dt="2025-07-11T14:19:57.143" v="3"/>
          <pc:sldLayoutMkLst>
            <pc:docMk/>
            <pc:sldMasterMk cId="1856490750" sldId="2147483684"/>
            <pc:sldLayoutMk cId="1039335146" sldId="2147483685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57.143" v="3"/>
          <pc:sldLayoutMkLst>
            <pc:docMk/>
            <pc:sldMasterMk cId="1856490750" sldId="2147483684"/>
            <pc:sldLayoutMk cId="1641373158" sldId="2147483686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57.143" v="3"/>
          <pc:sldLayoutMkLst>
            <pc:docMk/>
            <pc:sldMasterMk cId="1856490750" sldId="2147483684"/>
            <pc:sldLayoutMk cId="1904075081" sldId="2147483687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57.143" v="3"/>
          <pc:sldLayoutMkLst>
            <pc:docMk/>
            <pc:sldMasterMk cId="1856490750" sldId="2147483684"/>
            <pc:sldLayoutMk cId="2424282334" sldId="2147483688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57.143" v="3"/>
          <pc:sldLayoutMkLst>
            <pc:docMk/>
            <pc:sldMasterMk cId="1856490750" sldId="2147483684"/>
            <pc:sldLayoutMk cId="1653304951" sldId="2147483689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57.143" v="3"/>
          <pc:sldLayoutMkLst>
            <pc:docMk/>
            <pc:sldMasterMk cId="1856490750" sldId="2147483684"/>
            <pc:sldLayoutMk cId="3406928199" sldId="2147483690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57.143" v="3"/>
          <pc:sldLayoutMkLst>
            <pc:docMk/>
            <pc:sldMasterMk cId="1856490750" sldId="2147483684"/>
            <pc:sldLayoutMk cId="64187705" sldId="2147483691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57.143" v="3"/>
          <pc:sldLayoutMkLst>
            <pc:docMk/>
            <pc:sldMasterMk cId="1856490750" sldId="2147483684"/>
            <pc:sldLayoutMk cId="41229807" sldId="2147483692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57.143" v="3"/>
          <pc:sldLayoutMkLst>
            <pc:docMk/>
            <pc:sldMasterMk cId="1856490750" sldId="2147483684"/>
            <pc:sldLayoutMk cId="3888246805" sldId="2147483693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57.143" v="3"/>
          <pc:sldLayoutMkLst>
            <pc:docMk/>
            <pc:sldMasterMk cId="1856490750" sldId="2147483684"/>
            <pc:sldLayoutMk cId="2365488719" sldId="2147483694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19:57.143" v="3"/>
          <pc:sldLayoutMkLst>
            <pc:docMk/>
            <pc:sldMasterMk cId="1856490750" sldId="2147483684"/>
            <pc:sldLayoutMk cId="705950981" sldId="2147483695"/>
          </pc:sldLayoutMkLst>
        </pc:sldLayoutChg>
      </pc:sldMasterChg>
      <pc:sldMasterChg chg="add del addSldLayout delSldLayout modSldLayout">
        <pc:chgData name="Cortese, Mary" userId="S::cortesem@si.edu::387ca44c-39f7-4ace-8474-c94b9ed8c5e3" providerId="AD" clId="Web-{F458EA8F-2939-61CE-C121-C6BFB847D114}" dt="2025-07-11T14:20:13.581" v="4"/>
        <pc:sldMasterMkLst>
          <pc:docMk/>
          <pc:sldMasterMk cId="2980266137" sldId="2147483696"/>
        </pc:sldMasterMkLst>
        <pc:sldLayoutChg chg="add del mod replId">
          <pc:chgData name="Cortese, Mary" userId="S::cortesem@si.edu::387ca44c-39f7-4ace-8474-c94b9ed8c5e3" providerId="AD" clId="Web-{F458EA8F-2939-61CE-C121-C6BFB847D114}" dt="2025-07-11T14:20:13.581" v="4"/>
          <pc:sldLayoutMkLst>
            <pc:docMk/>
            <pc:sldMasterMk cId="2980266137" sldId="2147483696"/>
            <pc:sldLayoutMk cId="3400447185" sldId="2147483697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13.581" v="4"/>
          <pc:sldLayoutMkLst>
            <pc:docMk/>
            <pc:sldMasterMk cId="2980266137" sldId="2147483696"/>
            <pc:sldLayoutMk cId="1114998366" sldId="2147483698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13.581" v="4"/>
          <pc:sldLayoutMkLst>
            <pc:docMk/>
            <pc:sldMasterMk cId="2980266137" sldId="2147483696"/>
            <pc:sldLayoutMk cId="680903446" sldId="2147483699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13.581" v="4"/>
          <pc:sldLayoutMkLst>
            <pc:docMk/>
            <pc:sldMasterMk cId="2980266137" sldId="2147483696"/>
            <pc:sldLayoutMk cId="531625802" sldId="2147483700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13.581" v="4"/>
          <pc:sldLayoutMkLst>
            <pc:docMk/>
            <pc:sldMasterMk cId="2980266137" sldId="2147483696"/>
            <pc:sldLayoutMk cId="132342528" sldId="2147483701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13.581" v="4"/>
          <pc:sldLayoutMkLst>
            <pc:docMk/>
            <pc:sldMasterMk cId="2980266137" sldId="2147483696"/>
            <pc:sldLayoutMk cId="130724989" sldId="2147483702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13.581" v="4"/>
          <pc:sldLayoutMkLst>
            <pc:docMk/>
            <pc:sldMasterMk cId="2980266137" sldId="2147483696"/>
            <pc:sldLayoutMk cId="3997325583" sldId="2147483703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13.581" v="4"/>
          <pc:sldLayoutMkLst>
            <pc:docMk/>
            <pc:sldMasterMk cId="2980266137" sldId="2147483696"/>
            <pc:sldLayoutMk cId="3403188774" sldId="2147483704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13.581" v="4"/>
          <pc:sldLayoutMkLst>
            <pc:docMk/>
            <pc:sldMasterMk cId="2980266137" sldId="2147483696"/>
            <pc:sldLayoutMk cId="4113039594" sldId="2147483705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13.581" v="4"/>
          <pc:sldLayoutMkLst>
            <pc:docMk/>
            <pc:sldMasterMk cId="2980266137" sldId="2147483696"/>
            <pc:sldLayoutMk cId="2800071500" sldId="2147483706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13.581" v="4"/>
          <pc:sldLayoutMkLst>
            <pc:docMk/>
            <pc:sldMasterMk cId="2980266137" sldId="2147483696"/>
            <pc:sldLayoutMk cId="2050468180" sldId="2147483707"/>
          </pc:sldLayoutMkLst>
        </pc:sldLayoutChg>
      </pc:sldMasterChg>
      <pc:sldMasterChg chg="add del addSldLayout delSldLayout modSldLayout">
        <pc:chgData name="Cortese, Mary" userId="S::cortesem@si.edu::387ca44c-39f7-4ace-8474-c94b9ed8c5e3" providerId="AD" clId="Web-{F458EA8F-2939-61CE-C121-C6BFB847D114}" dt="2025-07-11T14:20:27.706" v="5"/>
        <pc:sldMasterMkLst>
          <pc:docMk/>
          <pc:sldMasterMk cId="187774389" sldId="2147483708"/>
        </pc:sldMasterMkLst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368119162" sldId="2147483709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1445457576" sldId="2147483710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3245306647" sldId="2147483711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1863610078" sldId="2147483712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1243258965" sldId="2147483713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4098657858" sldId="2147483714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2677470531" sldId="2147483715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882725604" sldId="2147483716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2819813998" sldId="2147483717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3291179508" sldId="2147483718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3319117378" sldId="2147483719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1878539728" sldId="2147483720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3338101023" sldId="2147483721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3845865137" sldId="2147483722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3632812295" sldId="2147483723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2496673971" sldId="2147483724"/>
          </pc:sldLayoutMkLst>
        </pc:sldLayoutChg>
        <pc:sldLayoutChg chg="add del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187774389" sldId="2147483708"/>
            <pc:sldLayoutMk cId="1330797243" sldId="2147483725"/>
          </pc:sldLayoutMkLst>
        </pc:sldLayoutChg>
      </pc:sldMasterChg>
      <pc:sldMasterChg chg="add addSldLayout modSldLayout">
        <pc:chgData name="Cortese, Mary" userId="S::cortesem@si.edu::387ca44c-39f7-4ace-8474-c94b9ed8c5e3" providerId="AD" clId="Web-{F458EA8F-2939-61CE-C121-C6BFB847D114}" dt="2025-07-11T14:20:27.706" v="5"/>
        <pc:sldMasterMkLst>
          <pc:docMk/>
          <pc:sldMasterMk cId="2697340005" sldId="2147483726"/>
        </pc:sldMasterMkLst>
        <pc:sldLayoutChg chg="add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2697340005" sldId="2147483726"/>
            <pc:sldLayoutMk cId="4245985209" sldId="2147483727"/>
          </pc:sldLayoutMkLst>
        </pc:sldLayoutChg>
        <pc:sldLayoutChg chg="add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2697340005" sldId="2147483726"/>
            <pc:sldLayoutMk cId="1138358148" sldId="2147483728"/>
          </pc:sldLayoutMkLst>
        </pc:sldLayoutChg>
        <pc:sldLayoutChg chg="add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2697340005" sldId="2147483726"/>
            <pc:sldLayoutMk cId="609643156" sldId="2147483729"/>
          </pc:sldLayoutMkLst>
        </pc:sldLayoutChg>
        <pc:sldLayoutChg chg="add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2697340005" sldId="2147483726"/>
            <pc:sldLayoutMk cId="460685710" sldId="2147483730"/>
          </pc:sldLayoutMkLst>
        </pc:sldLayoutChg>
        <pc:sldLayoutChg chg="add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2697340005" sldId="2147483726"/>
            <pc:sldLayoutMk cId="2072251404" sldId="2147483731"/>
          </pc:sldLayoutMkLst>
        </pc:sldLayoutChg>
        <pc:sldLayoutChg chg="add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2697340005" sldId="2147483726"/>
            <pc:sldLayoutMk cId="244123085" sldId="2147483732"/>
          </pc:sldLayoutMkLst>
        </pc:sldLayoutChg>
        <pc:sldLayoutChg chg="add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2697340005" sldId="2147483726"/>
            <pc:sldLayoutMk cId="3337445443" sldId="2147483733"/>
          </pc:sldLayoutMkLst>
        </pc:sldLayoutChg>
        <pc:sldLayoutChg chg="add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2697340005" sldId="2147483726"/>
            <pc:sldLayoutMk cId="662504810" sldId="2147483734"/>
          </pc:sldLayoutMkLst>
        </pc:sldLayoutChg>
        <pc:sldLayoutChg chg="add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2697340005" sldId="2147483726"/>
            <pc:sldLayoutMk cId="914916771" sldId="2147483735"/>
          </pc:sldLayoutMkLst>
        </pc:sldLayoutChg>
        <pc:sldLayoutChg chg="add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2697340005" sldId="2147483726"/>
            <pc:sldLayoutMk cId="2956467009" sldId="2147483736"/>
          </pc:sldLayoutMkLst>
        </pc:sldLayoutChg>
        <pc:sldLayoutChg chg="add mod replId">
          <pc:chgData name="Cortese, Mary" userId="S::cortesem@si.edu::387ca44c-39f7-4ace-8474-c94b9ed8c5e3" providerId="AD" clId="Web-{F458EA8F-2939-61CE-C121-C6BFB847D114}" dt="2025-07-11T14:20:27.706" v="5"/>
          <pc:sldLayoutMkLst>
            <pc:docMk/>
            <pc:sldMasterMk cId="2697340005" sldId="2147483726"/>
            <pc:sldLayoutMk cId="1406801552" sldId="214748373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8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35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4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68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25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23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445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50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916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467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80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4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A2EB6-F9FF-079E-9265-52AB5D2D21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GIS Workshop Pt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6C005-8627-CAE0-3DFA-178AC806D4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Summer Data Science Series</a:t>
            </a:r>
          </a:p>
        </p:txBody>
      </p:sp>
    </p:spTree>
    <p:extLst>
      <p:ext uri="{BB962C8B-B14F-4D97-AF65-F5344CB8AC3E}">
        <p14:creationId xmlns:p14="http://schemas.microsoft.com/office/powerpoint/2010/main" val="1382719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C491EC-D6C1-C63C-C9B7-D4ECEAB2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B72BA-8571-49FE-82D6-0FF36A076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3200" dirty="0"/>
              <a:t>Buffering &amp; Joins</a:t>
            </a:r>
          </a:p>
          <a:p>
            <a:r>
              <a:rPr lang="en-US" sz="3200" dirty="0"/>
              <a:t>Basic raster algebra</a:t>
            </a:r>
          </a:p>
          <a:p>
            <a:r>
              <a:rPr lang="en-US" sz="3200" dirty="0"/>
              <a:t>Extracting raster values at points</a:t>
            </a:r>
          </a:p>
          <a:p>
            <a:r>
              <a:rPr lang="en-US" sz="3200" dirty="0"/>
              <a:t>Summarizing data across polygons</a:t>
            </a:r>
          </a:p>
          <a:p>
            <a:r>
              <a:rPr lang="en-US" sz="3200" dirty="0"/>
              <a:t>Spatial Clustering and Autocorrelation (Moran's I)</a:t>
            </a:r>
          </a:p>
          <a:p>
            <a:r>
              <a:rPr lang="en-US" sz="3200" dirty="0"/>
              <a:t>Basic Stats for Ecology (Only in R):</a:t>
            </a:r>
          </a:p>
          <a:p>
            <a:pPr lvl="2"/>
            <a:r>
              <a:rPr lang="en-US" sz="2800" dirty="0"/>
              <a:t>T-Tests</a:t>
            </a:r>
          </a:p>
          <a:p>
            <a:pPr lvl="2"/>
            <a:r>
              <a:rPr lang="en-US" sz="2800" dirty="0"/>
              <a:t>Simple linear models</a:t>
            </a:r>
            <a:endParaRPr lang="en-US" sz="2400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3485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D57E-FA60-AA2A-7BDA-91E33063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spatial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11E85-BC7B-C0CD-2FCF-BC0086753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Add Data</a:t>
            </a:r>
            <a:endParaRPr lang="en-US" sz="3200" dirty="0">
              <a:ea typeface="Calibri Light"/>
              <a:cs typeface="Calibri Light"/>
            </a:endParaRPr>
          </a:p>
          <a:p>
            <a:pPr marL="548513" lvl="2"/>
            <a:r>
              <a:rPr lang="en-US" sz="2800" dirty="0"/>
              <a:t>Points, Lines, Polygons, &amp; CSV</a:t>
            </a:r>
            <a:endParaRPr lang="en-US" sz="2800" dirty="0">
              <a:ea typeface="Calibri Light"/>
              <a:cs typeface="Calibri Light"/>
            </a:endParaRPr>
          </a:p>
          <a:p>
            <a:r>
              <a:rPr lang="en-US" sz="3200" dirty="0"/>
              <a:t>Create Points from Table</a:t>
            </a:r>
            <a:endParaRPr lang="en-US" sz="3200" dirty="0">
              <a:ea typeface="Calibri Light"/>
              <a:cs typeface="Calibri Light"/>
            </a:endParaRPr>
          </a:p>
          <a:p>
            <a:pPr marL="548513" lvl="2"/>
            <a:r>
              <a:rPr lang="en-US" sz="2800" dirty="0"/>
              <a:t>CSV</a:t>
            </a:r>
            <a:endParaRPr lang="en-US" sz="2800" dirty="0">
              <a:ea typeface="Calibri Light"/>
              <a:cs typeface="Calibri Light"/>
            </a:endParaRPr>
          </a:p>
          <a:p>
            <a:r>
              <a:rPr lang="en-US" sz="3200" dirty="0"/>
              <a:t>Make </a:t>
            </a:r>
            <a:r>
              <a:rPr lang="en-US" sz="3200" dirty="0" err="1"/>
              <a:t>NetCDF</a:t>
            </a:r>
            <a:r>
              <a:rPr lang="en-US" sz="3200" dirty="0"/>
              <a:t> Raster Layer</a:t>
            </a:r>
            <a:endParaRPr lang="en-US" sz="3200" dirty="0">
              <a:ea typeface="Calibri Light"/>
              <a:cs typeface="Calibri Light"/>
            </a:endParaRPr>
          </a:p>
          <a:p>
            <a:pPr marL="548513" lvl="2"/>
            <a:r>
              <a:rPr lang="en-US" sz="2800" dirty="0" err="1"/>
              <a:t>NetCDF</a:t>
            </a:r>
            <a:endParaRPr lang="en-US" sz="2800" dirty="0"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18128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EE81-9DEB-AD66-DC6B-AEF7EE66E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Buffering &amp;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5903-F6E8-BC92-F1E4-CB20F1DB5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Calibri Light"/>
                <a:cs typeface="Calibri Light"/>
              </a:rPr>
              <a:t>Buffer (Analysis tool) </a:t>
            </a:r>
          </a:p>
          <a:p>
            <a:pPr lvl="1"/>
            <a:r>
              <a:rPr lang="en-US" sz="3200" dirty="0">
                <a:ea typeface="Calibri Light"/>
                <a:cs typeface="Calibri Light"/>
              </a:rPr>
              <a:t>*this can take a minute if you have a lot of data</a:t>
            </a:r>
          </a:p>
          <a:p>
            <a:endParaRPr lang="en-US" sz="2800" dirty="0">
              <a:ea typeface="Calibri Light"/>
              <a:cs typeface="Calibri Light"/>
            </a:endParaRPr>
          </a:p>
          <a:p>
            <a:r>
              <a:rPr lang="en-US" sz="3200" dirty="0">
                <a:ea typeface="Calibri Light"/>
                <a:cs typeface="Calibri Light"/>
              </a:rPr>
              <a:t>Merge (Data Management Tools) </a:t>
            </a:r>
          </a:p>
          <a:p>
            <a:pPr lvl="2"/>
            <a:r>
              <a:rPr lang="en-US" sz="2800" dirty="0">
                <a:ea typeface="Calibri Light"/>
                <a:cs typeface="Calibri Light"/>
              </a:rPr>
              <a:t>Joins two polygons together</a:t>
            </a:r>
          </a:p>
          <a:p>
            <a:r>
              <a:rPr lang="en-US" sz="3200" dirty="0">
                <a:ea typeface="Calibri Light"/>
                <a:cs typeface="Calibri Light"/>
              </a:rPr>
              <a:t>Pairwise Dissolve (Analysis Tools)</a:t>
            </a:r>
          </a:p>
          <a:p>
            <a:pPr lvl="2"/>
            <a:r>
              <a:rPr lang="en-US" sz="2800" dirty="0">
                <a:ea typeface="Calibri Light"/>
                <a:cs typeface="Calibri Light"/>
              </a:rPr>
              <a:t>Dissolves multiple polygons in a single layer into one single polygon</a:t>
            </a:r>
          </a:p>
        </p:txBody>
      </p:sp>
    </p:spTree>
    <p:extLst>
      <p:ext uri="{BB962C8B-B14F-4D97-AF65-F5344CB8AC3E}">
        <p14:creationId xmlns:p14="http://schemas.microsoft.com/office/powerpoint/2010/main" val="532304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EE81-9DEB-AD66-DC6B-AEF7EE66E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5903-F6E8-BC92-F1E4-CB20F1DB5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741" y="2011680"/>
            <a:ext cx="10766640" cy="43861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Calibri Light"/>
                <a:cs typeface="Calibri Light"/>
              </a:rPr>
              <a:t>Band Arithmetic (Math) </a:t>
            </a:r>
          </a:p>
          <a:p>
            <a:pPr lvl="2"/>
            <a:r>
              <a:rPr lang="en-US" sz="2800" dirty="0">
                <a:ea typeface="Calibri Light"/>
                <a:cs typeface="Calibri Light"/>
              </a:rPr>
              <a:t>For calculations  across raster bands (NDVI or custom functions)</a:t>
            </a:r>
          </a:p>
          <a:p>
            <a:pPr lvl="2"/>
            <a:endParaRPr lang="en-US" sz="2800" dirty="0">
              <a:ea typeface="Calibri Light"/>
              <a:cs typeface="Calibri Light"/>
            </a:endParaRPr>
          </a:p>
          <a:p>
            <a:r>
              <a:rPr lang="en-US" sz="3200" dirty="0">
                <a:ea typeface="Calibri Light"/>
                <a:cs typeface="Calibri Light"/>
              </a:rPr>
              <a:t>Raster </a:t>
            </a:r>
            <a:r>
              <a:rPr lang="en-US" sz="3200" dirty="0" err="1">
                <a:ea typeface="Calibri Light"/>
                <a:cs typeface="Calibri Light"/>
              </a:rPr>
              <a:t>Calculatior</a:t>
            </a:r>
            <a:r>
              <a:rPr lang="en-US" sz="3200" dirty="0">
                <a:ea typeface="Calibri Light"/>
                <a:cs typeface="Calibri Light"/>
              </a:rPr>
              <a:t> (Image Analyst Tools)</a:t>
            </a:r>
          </a:p>
          <a:p>
            <a:pPr lvl="2"/>
            <a:r>
              <a:rPr lang="en-US" sz="2800" dirty="0">
                <a:ea typeface="Calibri Light"/>
                <a:cs typeface="Calibri Light"/>
              </a:rPr>
              <a:t>For functions in a single raster or multiple </a:t>
            </a:r>
            <a:r>
              <a:rPr lang="en-US" sz="2800" dirty="0" err="1">
                <a:ea typeface="Calibri Light"/>
                <a:cs typeface="Calibri Light"/>
              </a:rPr>
              <a:t>rasters</a:t>
            </a:r>
            <a:endParaRPr lang="en-US" sz="2800" dirty="0">
              <a:ea typeface="Calibri Light"/>
              <a:cs typeface="Calibri Light"/>
            </a:endParaRPr>
          </a:p>
          <a:p>
            <a:pPr lvl="2"/>
            <a:endParaRPr lang="en-US" sz="2800" dirty="0">
              <a:ea typeface="Calibri Light"/>
              <a:cs typeface="Calibri Light"/>
            </a:endParaRPr>
          </a:p>
          <a:p>
            <a:r>
              <a:rPr lang="en-US" sz="3200" dirty="0" err="1">
                <a:ea typeface="Calibri Light"/>
                <a:cs typeface="Calibri Light"/>
              </a:rPr>
              <a:t>Artihmetic</a:t>
            </a:r>
            <a:r>
              <a:rPr lang="en-US" sz="3200" dirty="0">
                <a:ea typeface="Calibri Light"/>
                <a:cs typeface="Calibri Light"/>
              </a:rPr>
              <a:t> (Math)</a:t>
            </a:r>
          </a:p>
          <a:p>
            <a:pPr lvl="2"/>
            <a:r>
              <a:rPr lang="en-US" sz="2800" dirty="0">
                <a:ea typeface="Calibri Light"/>
                <a:cs typeface="Calibri Light"/>
              </a:rPr>
              <a:t>For two </a:t>
            </a:r>
            <a:r>
              <a:rPr lang="en-US" sz="2800" dirty="0" err="1">
                <a:ea typeface="Calibri Light"/>
                <a:cs typeface="Calibri Light"/>
              </a:rPr>
              <a:t>rasters</a:t>
            </a:r>
            <a:endParaRPr lang="en-US" sz="2800" dirty="0">
              <a:ea typeface="Calibri Light"/>
              <a:cs typeface="Calibri Light"/>
            </a:endParaRPr>
          </a:p>
          <a:p>
            <a:endParaRPr lang="en-US" sz="3200" dirty="0">
              <a:ea typeface="Calibri Light"/>
              <a:cs typeface="Calibri Light"/>
            </a:endParaRPr>
          </a:p>
          <a:p>
            <a:endParaRPr lang="en-US" sz="3200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71396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353B-2BB5-9FEA-CE6C-36F96C8B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values at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7CCDE-D9AF-04A5-90F4-2A52290EC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Calibri Light"/>
                <a:cs typeface="Calibri Light"/>
              </a:rPr>
              <a:t>Extract Multi Values to Points (Spatial Analyst Tool)</a:t>
            </a:r>
          </a:p>
        </p:txBody>
      </p:sp>
    </p:spTree>
    <p:extLst>
      <p:ext uri="{BB962C8B-B14F-4D97-AF65-F5344CB8AC3E}">
        <p14:creationId xmlns:p14="http://schemas.microsoft.com/office/powerpoint/2010/main" val="2690384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AD45-DAB6-751B-C8AC-6D2AFCF36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Summarizing data across polygons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C0CB4-E56D-A6A0-6370-2C60EC228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741" y="2011680"/>
            <a:ext cx="10766640" cy="4347371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  <a:p>
            <a:pPr lvl="2"/>
            <a:r>
              <a:rPr lang="en-US" sz="2800" dirty="0"/>
              <a:t>Calculate basic statistics of other data in each polygon</a:t>
            </a:r>
          </a:p>
          <a:p>
            <a:pPr lvl="2"/>
            <a:endParaRPr lang="en-US" sz="2800" dirty="0"/>
          </a:p>
          <a:p>
            <a:r>
              <a:rPr lang="en-US" sz="3200" dirty="0"/>
              <a:t>Right click polygon layer &gt; joins and relates &gt; add join </a:t>
            </a:r>
          </a:p>
          <a:p>
            <a:pPr lvl="2"/>
            <a:r>
              <a:rPr lang="en-US" sz="2800" dirty="0"/>
              <a:t>Join output table back to input data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73C6FD-FA28-A6A1-20B8-EEADAC74B352}"/>
              </a:ext>
            </a:extLst>
          </p:cNvPr>
          <p:cNvSpPr txBox="1">
            <a:spLocks/>
          </p:cNvSpPr>
          <p:nvPr/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ea typeface="Calibri Light"/>
                <a:cs typeface="Calibri Light"/>
              </a:rPr>
              <a:t>Zonal Statistics as Table (spatial Analyst Tool)</a:t>
            </a:r>
          </a:p>
        </p:txBody>
      </p:sp>
    </p:spTree>
    <p:extLst>
      <p:ext uri="{BB962C8B-B14F-4D97-AF65-F5344CB8AC3E}">
        <p14:creationId xmlns:p14="http://schemas.microsoft.com/office/powerpoint/2010/main" val="3903587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C595A-0304-BBDE-0549-013CBCE6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Clustering &amp; Autocorrelation (Moran’s 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18B2F-3218-E006-61AC-4679263D5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" y="2157731"/>
            <a:ext cx="10753725" cy="37661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Calibri Light"/>
                <a:cs typeface="Calibri Light"/>
              </a:rPr>
              <a:t>Spatial Autocorrelation (Global Moran’s I) </a:t>
            </a:r>
          </a:p>
          <a:p>
            <a:pPr lvl="1"/>
            <a:r>
              <a:rPr lang="en-US" sz="3200" dirty="0">
                <a:ea typeface="Calibri Light"/>
                <a:cs typeface="Calibri Light"/>
              </a:rPr>
              <a:t>*this can also take a long time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304315-DAF7-2BAE-FD81-73FCCA4D4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277450"/>
              </p:ext>
            </p:extLst>
          </p:nvPr>
        </p:nvGraphicFramePr>
        <p:xfrm>
          <a:off x="2337896" y="3615267"/>
          <a:ext cx="3867150" cy="2743200"/>
        </p:xfrm>
        <a:graphic>
          <a:graphicData uri="http://schemas.openxmlformats.org/drawingml/2006/table">
            <a:tbl>
              <a:tblPr/>
              <a:tblGrid>
                <a:gridCol w="1933575">
                  <a:extLst>
                    <a:ext uri="{9D8B030D-6E8A-4147-A177-3AD203B41FA5}">
                      <a16:colId xmlns:a16="http://schemas.microsoft.com/office/drawing/2014/main" val="1504352436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29039659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65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solidFill>
                            <a:srgbClr val="4A4A4A"/>
                          </a:solidFill>
                          <a:effectLst/>
                          <a:latin typeface="Courier New" panose="02070309020205020404" pitchFamily="49" charset="0"/>
                        </a:rPr>
                        <a:t>Moran's 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solidFill>
                            <a:srgbClr val="4A4A4A"/>
                          </a:solidFill>
                          <a:effectLst/>
                          <a:latin typeface="Courier New" panose="02070309020205020404" pitchFamily="49" charset="0"/>
                        </a:rPr>
                        <a:t>0.602582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41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solidFill>
                            <a:srgbClr val="4A4A4A"/>
                          </a:solidFill>
                          <a:effectLst/>
                          <a:latin typeface="Courier New" panose="02070309020205020404" pitchFamily="49" charset="0"/>
                        </a:rPr>
                        <a:t>Expected 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solidFill>
                            <a:srgbClr val="4A4A4A"/>
                          </a:solidFill>
                          <a:effectLst/>
                          <a:latin typeface="Courier New" panose="02070309020205020404" pitchFamily="49" charset="0"/>
                        </a:rPr>
                        <a:t>-0.000037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413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solidFill>
                            <a:srgbClr val="4A4A4A"/>
                          </a:solidFill>
                          <a:effectLst/>
                          <a:latin typeface="Courier New" panose="02070309020205020404" pitchFamily="49" charset="0"/>
                        </a:rPr>
                        <a:t>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solidFill>
                            <a:srgbClr val="4A4A4A"/>
                          </a:solidFill>
                          <a:effectLst/>
                          <a:latin typeface="Courier New" panose="02070309020205020404" pitchFamily="49" charset="0"/>
                        </a:rPr>
                        <a:t>0.000005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916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solidFill>
                            <a:srgbClr val="4A4A4A"/>
                          </a:solidFill>
                          <a:effectLst/>
                          <a:latin typeface="Courier New" panose="02070309020205020404" pitchFamily="49" charset="0"/>
                        </a:rPr>
                        <a:t>z-score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solidFill>
                            <a:srgbClr val="4A4A4A"/>
                          </a:solidFill>
                          <a:effectLst/>
                          <a:latin typeface="Courier New" panose="02070309020205020404" pitchFamily="49" charset="0"/>
                        </a:rPr>
                        <a:t>271.644425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991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solidFill>
                            <a:srgbClr val="4A4A4A"/>
                          </a:solidFill>
                          <a:effectLst/>
                          <a:latin typeface="Courier New" panose="02070309020205020404" pitchFamily="49" charset="0"/>
                        </a:rPr>
                        <a:t>p-value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rgbClr val="4A4A4A"/>
                          </a:solidFill>
                          <a:effectLst/>
                          <a:latin typeface="Courier New" panose="02070309020205020404" pitchFamily="49" charset="0"/>
                        </a:rPr>
                        <a:t>0.000000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57010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8198477-EDCE-7728-6146-FEF4E00B2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189" y="3514141"/>
            <a:ext cx="3942563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Global Moran's I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7A80CD-A62A-B810-0719-682F12977BE0}"/>
              </a:ext>
            </a:extLst>
          </p:cNvPr>
          <p:cNvCxnSpPr>
            <a:cxnSpLocks/>
          </p:cNvCxnSpPr>
          <p:nvPr/>
        </p:nvCxnSpPr>
        <p:spPr>
          <a:xfrm>
            <a:off x="6437376" y="4251960"/>
            <a:ext cx="8412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AD0006-D469-0BAC-94B8-74AE36D2599D}"/>
              </a:ext>
            </a:extLst>
          </p:cNvPr>
          <p:cNvCxnSpPr/>
          <p:nvPr/>
        </p:nvCxnSpPr>
        <p:spPr>
          <a:xfrm>
            <a:off x="6437376" y="5824728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C29B55-1130-4422-BEF1-B666C04A5190}"/>
              </a:ext>
            </a:extLst>
          </p:cNvPr>
          <p:cNvCxnSpPr/>
          <p:nvPr/>
        </p:nvCxnSpPr>
        <p:spPr>
          <a:xfrm>
            <a:off x="6437376" y="6181344"/>
            <a:ext cx="960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04AEC2A-9542-3E58-1D70-D470EDB2ED2E}"/>
              </a:ext>
            </a:extLst>
          </p:cNvPr>
          <p:cNvSpPr txBox="1"/>
          <p:nvPr/>
        </p:nvSpPr>
        <p:spPr>
          <a:xfrm>
            <a:off x="7461503" y="4040823"/>
            <a:ext cx="4517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(-1,1) Positive = more clustering; negative = more dispersed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8444CD-7154-0756-27E5-BA75C01AD441}"/>
              </a:ext>
            </a:extLst>
          </p:cNvPr>
          <p:cNvSpPr txBox="1"/>
          <p:nvPr/>
        </p:nvSpPr>
        <p:spPr>
          <a:xfrm>
            <a:off x="7726680" y="5996679"/>
            <a:ext cx="3255264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Significant = correlated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33F219-5F6D-CB59-7EDC-C7768C874BAB}"/>
              </a:ext>
            </a:extLst>
          </p:cNvPr>
          <p:cNvSpPr txBox="1"/>
          <p:nvPr/>
        </p:nvSpPr>
        <p:spPr>
          <a:xfrm>
            <a:off x="7209202" y="5641848"/>
            <a:ext cx="2505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2377488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6FB0-9271-CA87-BE6A-ED115E436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ADD5-4C26-48FD-1BAF-A0DE0082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Clustering &amp; Autocorrelation (Moran’s 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E5E16-C80A-8FE3-7206-3E399D051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" y="2157731"/>
            <a:ext cx="10753725" cy="37661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Calibri Light"/>
                <a:cs typeface="Calibri Light"/>
              </a:rPr>
              <a:t>Spatial Autocorrelation (Global Moran’s I) </a:t>
            </a:r>
          </a:p>
          <a:p>
            <a:pPr lvl="1"/>
            <a:r>
              <a:rPr lang="en-US" sz="3200" dirty="0">
                <a:ea typeface="Calibri Light"/>
                <a:cs typeface="Calibri Light"/>
              </a:rPr>
              <a:t>*this can also take a long time</a:t>
            </a:r>
          </a:p>
          <a:p>
            <a:pPr lvl="2"/>
            <a:r>
              <a:rPr lang="en-US" sz="2800" dirty="0">
                <a:ea typeface="Calibri Light"/>
                <a:cs typeface="Calibri Light"/>
              </a:rPr>
              <a:t>Statistically testing correlation. If correlated, values that are similar are closer together</a:t>
            </a:r>
          </a:p>
          <a:p>
            <a:pPr marL="0" lvl="4" indent="0">
              <a:buNone/>
            </a:pPr>
            <a:r>
              <a:rPr lang="en-US" sz="2600" dirty="0">
                <a:ea typeface="Calibri Light"/>
                <a:cs typeface="Calibri Light"/>
              </a:rPr>
              <a:t>		</a:t>
            </a:r>
            <a:endParaRPr lang="en-US" sz="3200" dirty="0">
              <a:ea typeface="Calibri Light"/>
              <a:cs typeface="Calibri Light"/>
            </a:endParaRPr>
          </a:p>
          <a:p>
            <a:r>
              <a:rPr lang="en-US" sz="3200" dirty="0">
                <a:ea typeface="Calibri Light"/>
                <a:cs typeface="Calibri Light"/>
              </a:rPr>
              <a:t>Optimized Hot Spot Analysis (Spatial Statistics)</a:t>
            </a:r>
          </a:p>
          <a:p>
            <a:pPr lvl="2"/>
            <a:r>
              <a:rPr lang="en-US" sz="2800" dirty="0">
                <a:ea typeface="Calibri Light"/>
                <a:cs typeface="Calibri Light"/>
              </a:rPr>
              <a:t>Visualize where clustering is occurring</a:t>
            </a:r>
          </a:p>
        </p:txBody>
      </p:sp>
    </p:spTree>
    <p:extLst>
      <p:ext uri="{BB962C8B-B14F-4D97-AF65-F5344CB8AC3E}">
        <p14:creationId xmlns:p14="http://schemas.microsoft.com/office/powerpoint/2010/main" val="4203914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EF35-05E0-7F3A-A39F-2FD447A19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012C1-31A5-1E8F-19BF-7801CAC12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Stats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B1F2C-41C1-23B9-DBA5-FF220A70D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Calibri Light"/>
                <a:cs typeface="Calibri Light"/>
              </a:rPr>
              <a:t>Check out the included R script to see code for:</a:t>
            </a:r>
          </a:p>
          <a:p>
            <a:pPr lvl="2"/>
            <a:r>
              <a:rPr lang="en-US" sz="2800" dirty="0">
                <a:ea typeface="Calibri Light"/>
                <a:cs typeface="Calibri Light"/>
              </a:rPr>
              <a:t>T-Tests</a:t>
            </a:r>
          </a:p>
          <a:p>
            <a:pPr lvl="2"/>
            <a:r>
              <a:rPr lang="en-US" sz="2800" dirty="0">
                <a:ea typeface="Calibri Light"/>
                <a:cs typeface="Calibri Light"/>
              </a:rPr>
              <a:t>Simple Linear Models</a:t>
            </a:r>
          </a:p>
        </p:txBody>
      </p:sp>
    </p:spTree>
    <p:extLst>
      <p:ext uri="{BB962C8B-B14F-4D97-AF65-F5344CB8AC3E}">
        <p14:creationId xmlns:p14="http://schemas.microsoft.com/office/powerpoint/2010/main" val="261212100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340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 Light</vt:lpstr>
      <vt:lpstr>Courier New</vt:lpstr>
      <vt:lpstr>Metropolitan</vt:lpstr>
      <vt:lpstr>GIS Workshop Pt 2</vt:lpstr>
      <vt:lpstr>Goals:</vt:lpstr>
      <vt:lpstr>Loading spatial data</vt:lpstr>
      <vt:lpstr>Buffering &amp; Joins</vt:lpstr>
      <vt:lpstr>Raster Algebra</vt:lpstr>
      <vt:lpstr>Extracting values at points</vt:lpstr>
      <vt:lpstr>Summarizing data across polygons</vt:lpstr>
      <vt:lpstr>Spatial Clustering &amp; Autocorrelation (Moran’s I)</vt:lpstr>
      <vt:lpstr>Spatial Clustering &amp; Autocorrelation (Moran’s I)</vt:lpstr>
      <vt:lpstr>Basic Stats in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Cortese, Mary</dc:creator>
  <cp:lastModifiedBy>Cortese, Mary</cp:lastModifiedBy>
  <cp:revision>46</cp:revision>
  <dcterms:created xsi:type="dcterms:W3CDTF">2025-07-10T18:27:51Z</dcterms:created>
  <dcterms:modified xsi:type="dcterms:W3CDTF">2025-07-28T13:50:22Z</dcterms:modified>
</cp:coreProperties>
</file>